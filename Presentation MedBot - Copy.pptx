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7" r:id="rId4"/>
    <p:sldId id="285" r:id="rId5"/>
    <p:sldId id="286" r:id="rId6"/>
    <p:sldId id="287" r:id="rId7"/>
    <p:sldId id="288" r:id="rId8"/>
    <p:sldId id="259" r:id="rId9"/>
    <p:sldId id="271" r:id="rId10"/>
    <p:sldId id="272" r:id="rId11"/>
    <p:sldId id="282" r:id="rId12"/>
    <p:sldId id="265" r:id="rId13"/>
    <p:sldId id="274" r:id="rId14"/>
    <p:sldId id="280" r:id="rId15"/>
    <p:sldId id="260" r:id="rId16"/>
    <p:sldId id="283" r:id="rId17"/>
    <p:sldId id="275" r:id="rId18"/>
    <p:sldId id="284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64" autoAdjust="0"/>
    <p:restoredTop sz="94660"/>
  </p:normalViewPr>
  <p:slideViewPr>
    <p:cSldViewPr snapToGrid="0">
      <p:cViewPr>
        <p:scale>
          <a:sx n="66" d="100"/>
          <a:sy n="66" d="100"/>
        </p:scale>
        <p:origin x="6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trickloeber/pytorch-chatbot" TargetMode="External"/><Relationship Id="rId2" Type="http://schemas.openxmlformats.org/officeDocument/2006/relationships/hyperlink" Target="https://youtu.be/a040VmmO-AY?si=9IJ82qXV6B5TRzzv" TargetMode="External"/><Relationship Id="rId1" Type="http://schemas.openxmlformats.org/officeDocument/2006/relationships/hyperlink" Target="https://chatbotsmagazine.com/contextual-chat-bots-with-tensorflow-4391749d0077" TargetMode="External"/><Relationship Id="rId4" Type="http://schemas.openxmlformats.org/officeDocument/2006/relationships/hyperlink" Target="https://youtu.be/RpWeNzfSUHw?si=KF1174rAoIEus9nb" TargetMode="External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trickloeber/pytorch-chatbot" TargetMode="External"/><Relationship Id="rId2" Type="http://schemas.openxmlformats.org/officeDocument/2006/relationships/hyperlink" Target="https://youtu.be/a040VmmO-AY?si=9IJ82qXV6B5TRzzv" TargetMode="External"/><Relationship Id="rId1" Type="http://schemas.openxmlformats.org/officeDocument/2006/relationships/hyperlink" Target="https://chatbotsmagazine.com/contextual-chat-bots-with-tensorflow-4391749d0077" TargetMode="External"/><Relationship Id="rId4" Type="http://schemas.openxmlformats.org/officeDocument/2006/relationships/hyperlink" Target="https://youtu.be/RpWeNzfSUHw?si=KF1174rAoIEus9nb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F9D6C9-9A6B-4D17-8489-441CC0571E0E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11B3BC5-D170-4E01-ADF2-1835650F7057}">
      <dgm:prSet/>
      <dgm:spPr/>
      <dgm:t>
        <a:bodyPr/>
        <a:lstStyle/>
        <a:p>
          <a:r>
            <a:rPr lang="en-US"/>
            <a:t>Introduction </a:t>
          </a:r>
        </a:p>
      </dgm:t>
    </dgm:pt>
    <dgm:pt modelId="{34E6915E-F73E-491E-B066-F4A20D10C774}" type="parTrans" cxnId="{5D06D2F7-866A-4E38-9AC3-51748ADBF718}">
      <dgm:prSet/>
      <dgm:spPr/>
      <dgm:t>
        <a:bodyPr/>
        <a:lstStyle/>
        <a:p>
          <a:endParaRPr lang="en-US"/>
        </a:p>
      </dgm:t>
    </dgm:pt>
    <dgm:pt modelId="{4C6207FA-4DAA-40A6-B6A7-E5CE3CAFF6AF}" type="sibTrans" cxnId="{5D06D2F7-866A-4E38-9AC3-51748ADBF718}">
      <dgm:prSet/>
      <dgm:spPr/>
      <dgm:t>
        <a:bodyPr/>
        <a:lstStyle/>
        <a:p>
          <a:endParaRPr lang="en-US"/>
        </a:p>
      </dgm:t>
    </dgm:pt>
    <dgm:pt modelId="{7A7C755E-98D3-4BDC-A607-4E23CE107112}">
      <dgm:prSet/>
      <dgm:spPr/>
      <dgm:t>
        <a:bodyPr/>
        <a:lstStyle/>
        <a:p>
          <a:r>
            <a:rPr lang="en-US" dirty="0" err="1"/>
            <a:t>Contexte</a:t>
          </a:r>
          <a:r>
            <a:rPr lang="en-US" dirty="0"/>
            <a:t> et </a:t>
          </a:r>
          <a:r>
            <a:rPr lang="en-US" dirty="0" err="1"/>
            <a:t>compréhension</a:t>
          </a:r>
          <a:r>
            <a:rPr lang="en-US" dirty="0"/>
            <a:t> du </a:t>
          </a:r>
          <a:r>
            <a:rPr lang="en-US" dirty="0" err="1"/>
            <a:t>projet</a:t>
          </a:r>
          <a:endParaRPr lang="en-US" dirty="0"/>
        </a:p>
      </dgm:t>
    </dgm:pt>
    <dgm:pt modelId="{37915AF8-DB63-46B0-8BEE-A900B2A7FA26}" type="parTrans" cxnId="{7BDD48ED-5058-480A-816B-8F96FFFF9D4F}">
      <dgm:prSet/>
      <dgm:spPr/>
      <dgm:t>
        <a:bodyPr/>
        <a:lstStyle/>
        <a:p>
          <a:endParaRPr lang="en-US"/>
        </a:p>
      </dgm:t>
    </dgm:pt>
    <dgm:pt modelId="{7169B6FB-B1F4-427B-B21A-C53631A30F3D}" type="sibTrans" cxnId="{7BDD48ED-5058-480A-816B-8F96FFFF9D4F}">
      <dgm:prSet/>
      <dgm:spPr/>
      <dgm:t>
        <a:bodyPr/>
        <a:lstStyle/>
        <a:p>
          <a:endParaRPr lang="en-US"/>
        </a:p>
      </dgm:t>
    </dgm:pt>
    <dgm:pt modelId="{EC2E6136-DE65-4546-B3BD-6498FA72B879}">
      <dgm:prSet/>
      <dgm:spPr/>
      <dgm:t>
        <a:bodyPr/>
        <a:lstStyle/>
        <a:p>
          <a:r>
            <a:rPr lang="en-US"/>
            <a:t>Données et préparation</a:t>
          </a:r>
        </a:p>
      </dgm:t>
    </dgm:pt>
    <dgm:pt modelId="{971A7860-21A3-434B-AAB4-888374A19596}" type="parTrans" cxnId="{F97B2780-681C-4F22-BA70-0274D2DFC903}">
      <dgm:prSet/>
      <dgm:spPr/>
      <dgm:t>
        <a:bodyPr/>
        <a:lstStyle/>
        <a:p>
          <a:endParaRPr lang="en-US"/>
        </a:p>
      </dgm:t>
    </dgm:pt>
    <dgm:pt modelId="{CC39DA87-15C3-4630-8C07-3C3A0D2D7E75}" type="sibTrans" cxnId="{F97B2780-681C-4F22-BA70-0274D2DFC903}">
      <dgm:prSet/>
      <dgm:spPr/>
      <dgm:t>
        <a:bodyPr/>
        <a:lstStyle/>
        <a:p>
          <a:endParaRPr lang="en-US"/>
        </a:p>
      </dgm:t>
    </dgm:pt>
    <dgm:pt modelId="{F0BA347A-77EA-4E67-91A3-54E1BADF83A8}">
      <dgm:prSet/>
      <dgm:spPr/>
      <dgm:t>
        <a:bodyPr/>
        <a:lstStyle/>
        <a:p>
          <a:r>
            <a:rPr lang="en-US" dirty="0" err="1"/>
            <a:t>Modélisation</a:t>
          </a:r>
          <a:r>
            <a:rPr lang="en-US" dirty="0"/>
            <a:t> </a:t>
          </a:r>
        </a:p>
      </dgm:t>
    </dgm:pt>
    <dgm:pt modelId="{DC7EF45F-70E3-4EF1-A182-BB8996F19B23}" type="parTrans" cxnId="{D48BB04F-7788-4783-A74F-40913F08EA91}">
      <dgm:prSet/>
      <dgm:spPr/>
      <dgm:t>
        <a:bodyPr/>
        <a:lstStyle/>
        <a:p>
          <a:endParaRPr lang="en-US"/>
        </a:p>
      </dgm:t>
    </dgm:pt>
    <dgm:pt modelId="{F19D04F0-0EF7-4C03-A8C7-FD5D13563E3D}" type="sibTrans" cxnId="{D48BB04F-7788-4783-A74F-40913F08EA91}">
      <dgm:prSet/>
      <dgm:spPr/>
      <dgm:t>
        <a:bodyPr/>
        <a:lstStyle/>
        <a:p>
          <a:endParaRPr lang="en-US"/>
        </a:p>
      </dgm:t>
    </dgm:pt>
    <dgm:pt modelId="{E6E6DA36-01F7-42E0-A749-349FD9D3C8B5}">
      <dgm:prSet/>
      <dgm:spPr/>
      <dgm:t>
        <a:bodyPr/>
        <a:lstStyle/>
        <a:p>
          <a:endParaRPr lang="en-US" dirty="0"/>
        </a:p>
      </dgm:t>
    </dgm:pt>
    <dgm:pt modelId="{B7B501B3-7191-4FDA-A4C3-4C9CCF32E7B5}" type="parTrans" cxnId="{A6112C59-2F9C-47D2-A7B4-AD1771B98DCF}">
      <dgm:prSet/>
      <dgm:spPr/>
      <dgm:t>
        <a:bodyPr/>
        <a:lstStyle/>
        <a:p>
          <a:endParaRPr lang="en-US"/>
        </a:p>
      </dgm:t>
    </dgm:pt>
    <dgm:pt modelId="{3166755A-3ACF-4865-B36F-4D2ED87FD0E4}" type="sibTrans" cxnId="{A6112C59-2F9C-47D2-A7B4-AD1771B98DCF}">
      <dgm:prSet/>
      <dgm:spPr/>
      <dgm:t>
        <a:bodyPr/>
        <a:lstStyle/>
        <a:p>
          <a:endParaRPr lang="en-US"/>
        </a:p>
      </dgm:t>
    </dgm:pt>
    <dgm:pt modelId="{7DC7C7B9-0FF1-41F8-91FE-119C6D7379D5}">
      <dgm:prSet/>
      <dgm:spPr/>
      <dgm:t>
        <a:bodyPr/>
        <a:lstStyle/>
        <a:p>
          <a:r>
            <a:rPr lang="en-US" dirty="0"/>
            <a:t>Conclusion et perspectives</a:t>
          </a:r>
        </a:p>
      </dgm:t>
    </dgm:pt>
    <dgm:pt modelId="{6128FE92-CA83-4EE6-B884-462D36BAFD41}" type="parTrans" cxnId="{7AB71A5B-D143-40B2-8CED-07B9A3BCC662}">
      <dgm:prSet/>
      <dgm:spPr/>
      <dgm:t>
        <a:bodyPr/>
        <a:lstStyle/>
        <a:p>
          <a:endParaRPr lang="en-US"/>
        </a:p>
      </dgm:t>
    </dgm:pt>
    <dgm:pt modelId="{93046EB9-C2CE-4B97-B5DE-57571F2E4BDB}" type="sibTrans" cxnId="{7AB71A5B-D143-40B2-8CED-07B9A3BCC662}">
      <dgm:prSet/>
      <dgm:spPr/>
      <dgm:t>
        <a:bodyPr/>
        <a:lstStyle/>
        <a:p>
          <a:endParaRPr lang="en-US"/>
        </a:p>
      </dgm:t>
    </dgm:pt>
    <dgm:pt modelId="{87651D15-C204-4791-B4FE-2B5825831D40}">
      <dgm:prSet/>
      <dgm:spPr/>
      <dgm:t>
        <a:bodyPr/>
        <a:lstStyle/>
        <a:p>
          <a:r>
            <a:rPr lang="en-US" dirty="0" err="1"/>
            <a:t>Démonstration</a:t>
          </a:r>
          <a:r>
            <a:rPr lang="en-US" dirty="0"/>
            <a:t> du chatbot</a:t>
          </a:r>
        </a:p>
      </dgm:t>
    </dgm:pt>
    <dgm:pt modelId="{A003C5C7-0FDC-4264-9E59-9F0325BF6297}" type="parTrans" cxnId="{17750C22-FC13-4D85-9187-B10D0925BD0E}">
      <dgm:prSet/>
      <dgm:spPr/>
      <dgm:t>
        <a:bodyPr/>
        <a:lstStyle/>
        <a:p>
          <a:endParaRPr lang="en-US"/>
        </a:p>
      </dgm:t>
    </dgm:pt>
    <dgm:pt modelId="{FA578498-D774-45F1-B9BD-FF56911B0F5E}" type="sibTrans" cxnId="{17750C22-FC13-4D85-9187-B10D0925BD0E}">
      <dgm:prSet/>
      <dgm:spPr/>
      <dgm:t>
        <a:bodyPr/>
        <a:lstStyle/>
        <a:p>
          <a:endParaRPr lang="en-US"/>
        </a:p>
      </dgm:t>
    </dgm:pt>
    <dgm:pt modelId="{65D391C4-1056-40AC-9384-4D0E11AAB31B}" type="pres">
      <dgm:prSet presAssocID="{ABF9D6C9-9A6B-4D17-8489-441CC0571E0E}" presName="linear" presStyleCnt="0">
        <dgm:presLayoutVars>
          <dgm:dir/>
          <dgm:animLvl val="lvl"/>
          <dgm:resizeHandles val="exact"/>
        </dgm:presLayoutVars>
      </dgm:prSet>
      <dgm:spPr/>
    </dgm:pt>
    <dgm:pt modelId="{22152EEF-3A35-4A46-938C-28EDDF639FD9}" type="pres">
      <dgm:prSet presAssocID="{611B3BC5-D170-4E01-ADF2-1835650F7057}" presName="parentLin" presStyleCnt="0"/>
      <dgm:spPr/>
    </dgm:pt>
    <dgm:pt modelId="{2CBC454E-A13A-4B3E-8976-CD9A0DD97051}" type="pres">
      <dgm:prSet presAssocID="{611B3BC5-D170-4E01-ADF2-1835650F7057}" presName="parentLeftMargin" presStyleLbl="node1" presStyleIdx="0" presStyleCnt="6"/>
      <dgm:spPr/>
    </dgm:pt>
    <dgm:pt modelId="{5A1BCAE0-DA18-41E6-A7CE-0AE2E4532D6F}" type="pres">
      <dgm:prSet presAssocID="{611B3BC5-D170-4E01-ADF2-1835650F705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7539DF7-62C9-44D2-8C1A-ED4222A394A5}" type="pres">
      <dgm:prSet presAssocID="{611B3BC5-D170-4E01-ADF2-1835650F7057}" presName="negativeSpace" presStyleCnt="0"/>
      <dgm:spPr/>
    </dgm:pt>
    <dgm:pt modelId="{13D24E5A-F3EF-475D-BA4A-B7DF76029542}" type="pres">
      <dgm:prSet presAssocID="{611B3BC5-D170-4E01-ADF2-1835650F7057}" presName="childText" presStyleLbl="conFgAcc1" presStyleIdx="0" presStyleCnt="6">
        <dgm:presLayoutVars>
          <dgm:bulletEnabled val="1"/>
        </dgm:presLayoutVars>
      </dgm:prSet>
      <dgm:spPr/>
    </dgm:pt>
    <dgm:pt modelId="{0BA28709-97E8-4CCA-AD08-CB56892D47E2}" type="pres">
      <dgm:prSet presAssocID="{4C6207FA-4DAA-40A6-B6A7-E5CE3CAFF6AF}" presName="spaceBetweenRectangles" presStyleCnt="0"/>
      <dgm:spPr/>
    </dgm:pt>
    <dgm:pt modelId="{86B10BE6-468E-495C-9C8F-F02AB58AF926}" type="pres">
      <dgm:prSet presAssocID="{7A7C755E-98D3-4BDC-A607-4E23CE107112}" presName="parentLin" presStyleCnt="0"/>
      <dgm:spPr/>
    </dgm:pt>
    <dgm:pt modelId="{9BC7626B-2B13-409C-A8C6-D9A12C7731BC}" type="pres">
      <dgm:prSet presAssocID="{7A7C755E-98D3-4BDC-A607-4E23CE107112}" presName="parentLeftMargin" presStyleLbl="node1" presStyleIdx="0" presStyleCnt="6"/>
      <dgm:spPr/>
    </dgm:pt>
    <dgm:pt modelId="{981B3F70-4D8D-4829-80EA-80DAC26BE35D}" type="pres">
      <dgm:prSet presAssocID="{7A7C755E-98D3-4BDC-A607-4E23CE10711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C32B7EF-8D84-470C-9F3E-B6103B8DB649}" type="pres">
      <dgm:prSet presAssocID="{7A7C755E-98D3-4BDC-A607-4E23CE107112}" presName="negativeSpace" presStyleCnt="0"/>
      <dgm:spPr/>
    </dgm:pt>
    <dgm:pt modelId="{BFD2E68D-A4CD-44AA-828C-6801C5028A8B}" type="pres">
      <dgm:prSet presAssocID="{7A7C755E-98D3-4BDC-A607-4E23CE107112}" presName="childText" presStyleLbl="conFgAcc1" presStyleIdx="1" presStyleCnt="6">
        <dgm:presLayoutVars>
          <dgm:bulletEnabled val="1"/>
        </dgm:presLayoutVars>
      </dgm:prSet>
      <dgm:spPr/>
    </dgm:pt>
    <dgm:pt modelId="{1DFD2509-8E8A-4F5A-8E53-D2A70F4667DB}" type="pres">
      <dgm:prSet presAssocID="{7169B6FB-B1F4-427B-B21A-C53631A30F3D}" presName="spaceBetweenRectangles" presStyleCnt="0"/>
      <dgm:spPr/>
    </dgm:pt>
    <dgm:pt modelId="{67DED635-A16C-4699-AA98-640BFF825F5D}" type="pres">
      <dgm:prSet presAssocID="{EC2E6136-DE65-4546-B3BD-6498FA72B879}" presName="parentLin" presStyleCnt="0"/>
      <dgm:spPr/>
    </dgm:pt>
    <dgm:pt modelId="{62E1D955-4E02-41DC-8BDF-6D6B8C2D702A}" type="pres">
      <dgm:prSet presAssocID="{EC2E6136-DE65-4546-B3BD-6498FA72B879}" presName="parentLeftMargin" presStyleLbl="node1" presStyleIdx="1" presStyleCnt="6"/>
      <dgm:spPr/>
    </dgm:pt>
    <dgm:pt modelId="{1823938D-100B-47EF-8817-9BFE928DB6D7}" type="pres">
      <dgm:prSet presAssocID="{EC2E6136-DE65-4546-B3BD-6498FA72B87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50CB1A7-99FF-4644-96CE-19F84AB0E65A}" type="pres">
      <dgm:prSet presAssocID="{EC2E6136-DE65-4546-B3BD-6498FA72B879}" presName="negativeSpace" presStyleCnt="0"/>
      <dgm:spPr/>
    </dgm:pt>
    <dgm:pt modelId="{22CC9AF5-AAFD-424B-931D-9A74810C7313}" type="pres">
      <dgm:prSet presAssocID="{EC2E6136-DE65-4546-B3BD-6498FA72B879}" presName="childText" presStyleLbl="conFgAcc1" presStyleIdx="2" presStyleCnt="6">
        <dgm:presLayoutVars>
          <dgm:bulletEnabled val="1"/>
        </dgm:presLayoutVars>
      </dgm:prSet>
      <dgm:spPr/>
    </dgm:pt>
    <dgm:pt modelId="{62391B48-8FC0-4971-8333-191082630CC0}" type="pres">
      <dgm:prSet presAssocID="{CC39DA87-15C3-4630-8C07-3C3A0D2D7E75}" presName="spaceBetweenRectangles" presStyleCnt="0"/>
      <dgm:spPr/>
    </dgm:pt>
    <dgm:pt modelId="{98153864-D76A-4256-A83E-14E504D3AF91}" type="pres">
      <dgm:prSet presAssocID="{F0BA347A-77EA-4E67-91A3-54E1BADF83A8}" presName="parentLin" presStyleCnt="0"/>
      <dgm:spPr/>
    </dgm:pt>
    <dgm:pt modelId="{E45EB3DD-02B8-4968-A460-C95EA42B83CD}" type="pres">
      <dgm:prSet presAssocID="{F0BA347A-77EA-4E67-91A3-54E1BADF83A8}" presName="parentLeftMargin" presStyleLbl="node1" presStyleIdx="2" presStyleCnt="6"/>
      <dgm:spPr/>
    </dgm:pt>
    <dgm:pt modelId="{56CCC167-163A-46D6-9DC1-77A68E976F85}" type="pres">
      <dgm:prSet presAssocID="{F0BA347A-77EA-4E67-91A3-54E1BADF83A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BE093F4-C45C-4057-9D6D-98F1BBC70FE3}" type="pres">
      <dgm:prSet presAssocID="{F0BA347A-77EA-4E67-91A3-54E1BADF83A8}" presName="negativeSpace" presStyleCnt="0"/>
      <dgm:spPr/>
    </dgm:pt>
    <dgm:pt modelId="{A4EEDB0B-F74C-4AC8-9BC0-85C182F43B1B}" type="pres">
      <dgm:prSet presAssocID="{F0BA347A-77EA-4E67-91A3-54E1BADF83A8}" presName="childText" presStyleLbl="conFgAcc1" presStyleIdx="3" presStyleCnt="6">
        <dgm:presLayoutVars>
          <dgm:bulletEnabled val="1"/>
        </dgm:presLayoutVars>
      </dgm:prSet>
      <dgm:spPr/>
    </dgm:pt>
    <dgm:pt modelId="{8FF3575B-9EA9-4FB0-96ED-D8579833DE75}" type="pres">
      <dgm:prSet presAssocID="{F19D04F0-0EF7-4C03-A8C7-FD5D13563E3D}" presName="spaceBetweenRectangles" presStyleCnt="0"/>
      <dgm:spPr/>
    </dgm:pt>
    <dgm:pt modelId="{46BEF01B-5AFE-496B-A507-47FF1F2D1E7A}" type="pres">
      <dgm:prSet presAssocID="{7DC7C7B9-0FF1-41F8-91FE-119C6D7379D5}" presName="parentLin" presStyleCnt="0"/>
      <dgm:spPr/>
    </dgm:pt>
    <dgm:pt modelId="{22658FB7-805D-42D3-A89A-2A0B52B1AD40}" type="pres">
      <dgm:prSet presAssocID="{7DC7C7B9-0FF1-41F8-91FE-119C6D7379D5}" presName="parentLeftMargin" presStyleLbl="node1" presStyleIdx="3" presStyleCnt="6"/>
      <dgm:spPr/>
    </dgm:pt>
    <dgm:pt modelId="{0C8812E5-209C-462D-8AC6-A308ACC6014F}" type="pres">
      <dgm:prSet presAssocID="{7DC7C7B9-0FF1-41F8-91FE-119C6D7379D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5C9972B-7021-4BE7-8136-3973A42EFF9F}" type="pres">
      <dgm:prSet presAssocID="{7DC7C7B9-0FF1-41F8-91FE-119C6D7379D5}" presName="negativeSpace" presStyleCnt="0"/>
      <dgm:spPr/>
    </dgm:pt>
    <dgm:pt modelId="{5749B896-5015-4EE9-BB17-B77F8752E3F3}" type="pres">
      <dgm:prSet presAssocID="{7DC7C7B9-0FF1-41F8-91FE-119C6D7379D5}" presName="childText" presStyleLbl="conFgAcc1" presStyleIdx="4" presStyleCnt="6">
        <dgm:presLayoutVars>
          <dgm:bulletEnabled val="1"/>
        </dgm:presLayoutVars>
      </dgm:prSet>
      <dgm:spPr/>
    </dgm:pt>
    <dgm:pt modelId="{96B83A2F-4EFC-49D2-8E70-B026C936A742}" type="pres">
      <dgm:prSet presAssocID="{93046EB9-C2CE-4B97-B5DE-57571F2E4BDB}" presName="spaceBetweenRectangles" presStyleCnt="0"/>
      <dgm:spPr/>
    </dgm:pt>
    <dgm:pt modelId="{1EE37923-2775-4054-8BE7-CDA30E881F4B}" type="pres">
      <dgm:prSet presAssocID="{87651D15-C204-4791-B4FE-2B5825831D40}" presName="parentLin" presStyleCnt="0"/>
      <dgm:spPr/>
    </dgm:pt>
    <dgm:pt modelId="{55E7DEA3-BD03-490A-A77E-719524665B41}" type="pres">
      <dgm:prSet presAssocID="{87651D15-C204-4791-B4FE-2B5825831D40}" presName="parentLeftMargin" presStyleLbl="node1" presStyleIdx="4" presStyleCnt="6"/>
      <dgm:spPr/>
    </dgm:pt>
    <dgm:pt modelId="{9516A723-82D8-4CC2-90B9-9AA553656289}" type="pres">
      <dgm:prSet presAssocID="{87651D15-C204-4791-B4FE-2B5825831D4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F41246B9-E723-4119-A310-1D335E0F5B51}" type="pres">
      <dgm:prSet presAssocID="{87651D15-C204-4791-B4FE-2B5825831D40}" presName="negativeSpace" presStyleCnt="0"/>
      <dgm:spPr/>
    </dgm:pt>
    <dgm:pt modelId="{AF05BF28-7770-40CE-99C1-D88D7C84DF25}" type="pres">
      <dgm:prSet presAssocID="{87651D15-C204-4791-B4FE-2B5825831D40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08EAB608-E055-4881-ACAB-009E57E46729}" type="presOf" srcId="{F0BA347A-77EA-4E67-91A3-54E1BADF83A8}" destId="{56CCC167-163A-46D6-9DC1-77A68E976F85}" srcOrd="1" destOrd="0" presId="urn:microsoft.com/office/officeart/2005/8/layout/list1"/>
    <dgm:cxn modelId="{F84BFE15-E6FD-48AC-A32B-40C63C497559}" type="presOf" srcId="{611B3BC5-D170-4E01-ADF2-1835650F7057}" destId="{5A1BCAE0-DA18-41E6-A7CE-0AE2E4532D6F}" srcOrd="1" destOrd="0" presId="urn:microsoft.com/office/officeart/2005/8/layout/list1"/>
    <dgm:cxn modelId="{17750C22-FC13-4D85-9187-B10D0925BD0E}" srcId="{ABF9D6C9-9A6B-4D17-8489-441CC0571E0E}" destId="{87651D15-C204-4791-B4FE-2B5825831D40}" srcOrd="5" destOrd="0" parTransId="{A003C5C7-0FDC-4264-9E59-9F0325BF6297}" sibTransId="{FA578498-D774-45F1-B9BD-FF56911B0F5E}"/>
    <dgm:cxn modelId="{BB84A624-CE57-45D8-BD00-5899909E0FF6}" type="presOf" srcId="{EC2E6136-DE65-4546-B3BD-6498FA72B879}" destId="{1823938D-100B-47EF-8817-9BFE928DB6D7}" srcOrd="1" destOrd="0" presId="urn:microsoft.com/office/officeart/2005/8/layout/list1"/>
    <dgm:cxn modelId="{9D74AF2F-B2D3-43A3-AD45-1289AA6E8C44}" type="presOf" srcId="{EC2E6136-DE65-4546-B3BD-6498FA72B879}" destId="{62E1D955-4E02-41DC-8BDF-6D6B8C2D702A}" srcOrd="0" destOrd="0" presId="urn:microsoft.com/office/officeart/2005/8/layout/list1"/>
    <dgm:cxn modelId="{7AB71A5B-D143-40B2-8CED-07B9A3BCC662}" srcId="{ABF9D6C9-9A6B-4D17-8489-441CC0571E0E}" destId="{7DC7C7B9-0FF1-41F8-91FE-119C6D7379D5}" srcOrd="4" destOrd="0" parTransId="{6128FE92-CA83-4EE6-B884-462D36BAFD41}" sibTransId="{93046EB9-C2CE-4B97-B5DE-57571F2E4BDB}"/>
    <dgm:cxn modelId="{82576247-AB1F-421C-960F-F86ABA6258F6}" type="presOf" srcId="{7DC7C7B9-0FF1-41F8-91FE-119C6D7379D5}" destId="{0C8812E5-209C-462D-8AC6-A308ACC6014F}" srcOrd="1" destOrd="0" presId="urn:microsoft.com/office/officeart/2005/8/layout/list1"/>
    <dgm:cxn modelId="{D48BB04F-7788-4783-A74F-40913F08EA91}" srcId="{ABF9D6C9-9A6B-4D17-8489-441CC0571E0E}" destId="{F0BA347A-77EA-4E67-91A3-54E1BADF83A8}" srcOrd="3" destOrd="0" parTransId="{DC7EF45F-70E3-4EF1-A182-BB8996F19B23}" sibTransId="{F19D04F0-0EF7-4C03-A8C7-FD5D13563E3D}"/>
    <dgm:cxn modelId="{A6112C59-2F9C-47D2-A7B4-AD1771B98DCF}" srcId="{F0BA347A-77EA-4E67-91A3-54E1BADF83A8}" destId="{E6E6DA36-01F7-42E0-A749-349FD9D3C8B5}" srcOrd="0" destOrd="0" parTransId="{B7B501B3-7191-4FDA-A4C3-4C9CCF32E7B5}" sibTransId="{3166755A-3ACF-4865-B36F-4D2ED87FD0E4}"/>
    <dgm:cxn modelId="{2B572C5A-7F5A-431F-AA06-14037E3960E8}" type="presOf" srcId="{7DC7C7B9-0FF1-41F8-91FE-119C6D7379D5}" destId="{22658FB7-805D-42D3-A89A-2A0B52B1AD40}" srcOrd="0" destOrd="0" presId="urn:microsoft.com/office/officeart/2005/8/layout/list1"/>
    <dgm:cxn modelId="{F97B2780-681C-4F22-BA70-0274D2DFC903}" srcId="{ABF9D6C9-9A6B-4D17-8489-441CC0571E0E}" destId="{EC2E6136-DE65-4546-B3BD-6498FA72B879}" srcOrd="2" destOrd="0" parTransId="{971A7860-21A3-434B-AAB4-888374A19596}" sibTransId="{CC39DA87-15C3-4630-8C07-3C3A0D2D7E75}"/>
    <dgm:cxn modelId="{C17E6682-98A6-4E84-9733-113BE64CFB43}" type="presOf" srcId="{ABF9D6C9-9A6B-4D17-8489-441CC0571E0E}" destId="{65D391C4-1056-40AC-9384-4D0E11AAB31B}" srcOrd="0" destOrd="0" presId="urn:microsoft.com/office/officeart/2005/8/layout/list1"/>
    <dgm:cxn modelId="{A533E289-CD08-4A69-9682-169E178567B0}" type="presOf" srcId="{87651D15-C204-4791-B4FE-2B5825831D40}" destId="{55E7DEA3-BD03-490A-A77E-719524665B41}" srcOrd="0" destOrd="0" presId="urn:microsoft.com/office/officeart/2005/8/layout/list1"/>
    <dgm:cxn modelId="{526E7B91-871A-4A7A-8077-AC3D7B1FAF08}" type="presOf" srcId="{7A7C755E-98D3-4BDC-A607-4E23CE107112}" destId="{981B3F70-4D8D-4829-80EA-80DAC26BE35D}" srcOrd="1" destOrd="0" presId="urn:microsoft.com/office/officeart/2005/8/layout/list1"/>
    <dgm:cxn modelId="{2B2CFD92-2EA5-49CB-AD44-A1DDFFC9B929}" type="presOf" srcId="{611B3BC5-D170-4E01-ADF2-1835650F7057}" destId="{2CBC454E-A13A-4B3E-8976-CD9A0DD97051}" srcOrd="0" destOrd="0" presId="urn:microsoft.com/office/officeart/2005/8/layout/list1"/>
    <dgm:cxn modelId="{867F5198-5BEB-4593-921A-09EE05A4CA3A}" type="presOf" srcId="{F0BA347A-77EA-4E67-91A3-54E1BADF83A8}" destId="{E45EB3DD-02B8-4968-A460-C95EA42B83CD}" srcOrd="0" destOrd="0" presId="urn:microsoft.com/office/officeart/2005/8/layout/list1"/>
    <dgm:cxn modelId="{0148FD98-8EB6-44D7-8B10-2B4F7D610356}" type="presOf" srcId="{7A7C755E-98D3-4BDC-A607-4E23CE107112}" destId="{9BC7626B-2B13-409C-A8C6-D9A12C7731BC}" srcOrd="0" destOrd="0" presId="urn:microsoft.com/office/officeart/2005/8/layout/list1"/>
    <dgm:cxn modelId="{82DF6EB9-A5DD-444C-9178-1F81599F020E}" type="presOf" srcId="{E6E6DA36-01F7-42E0-A749-349FD9D3C8B5}" destId="{A4EEDB0B-F74C-4AC8-9BC0-85C182F43B1B}" srcOrd="0" destOrd="0" presId="urn:microsoft.com/office/officeart/2005/8/layout/list1"/>
    <dgm:cxn modelId="{FD4CFDCA-4685-49F9-A380-6E576CB60868}" type="presOf" srcId="{87651D15-C204-4791-B4FE-2B5825831D40}" destId="{9516A723-82D8-4CC2-90B9-9AA553656289}" srcOrd="1" destOrd="0" presId="urn:microsoft.com/office/officeart/2005/8/layout/list1"/>
    <dgm:cxn modelId="{7BDD48ED-5058-480A-816B-8F96FFFF9D4F}" srcId="{ABF9D6C9-9A6B-4D17-8489-441CC0571E0E}" destId="{7A7C755E-98D3-4BDC-A607-4E23CE107112}" srcOrd="1" destOrd="0" parTransId="{37915AF8-DB63-46B0-8BEE-A900B2A7FA26}" sibTransId="{7169B6FB-B1F4-427B-B21A-C53631A30F3D}"/>
    <dgm:cxn modelId="{5D06D2F7-866A-4E38-9AC3-51748ADBF718}" srcId="{ABF9D6C9-9A6B-4D17-8489-441CC0571E0E}" destId="{611B3BC5-D170-4E01-ADF2-1835650F7057}" srcOrd="0" destOrd="0" parTransId="{34E6915E-F73E-491E-B066-F4A20D10C774}" sibTransId="{4C6207FA-4DAA-40A6-B6A7-E5CE3CAFF6AF}"/>
    <dgm:cxn modelId="{6C332B77-9E51-4884-A5A1-2EB3B4A5BC88}" type="presParOf" srcId="{65D391C4-1056-40AC-9384-4D0E11AAB31B}" destId="{22152EEF-3A35-4A46-938C-28EDDF639FD9}" srcOrd="0" destOrd="0" presId="urn:microsoft.com/office/officeart/2005/8/layout/list1"/>
    <dgm:cxn modelId="{AA2A6717-6928-4AAC-8A43-AA9F46F33139}" type="presParOf" srcId="{22152EEF-3A35-4A46-938C-28EDDF639FD9}" destId="{2CBC454E-A13A-4B3E-8976-CD9A0DD97051}" srcOrd="0" destOrd="0" presId="urn:microsoft.com/office/officeart/2005/8/layout/list1"/>
    <dgm:cxn modelId="{53F3327B-ED35-4072-8797-66148CD2E56A}" type="presParOf" srcId="{22152EEF-3A35-4A46-938C-28EDDF639FD9}" destId="{5A1BCAE0-DA18-41E6-A7CE-0AE2E4532D6F}" srcOrd="1" destOrd="0" presId="urn:microsoft.com/office/officeart/2005/8/layout/list1"/>
    <dgm:cxn modelId="{5BF73240-369D-479C-9662-7A118A4AD382}" type="presParOf" srcId="{65D391C4-1056-40AC-9384-4D0E11AAB31B}" destId="{E7539DF7-62C9-44D2-8C1A-ED4222A394A5}" srcOrd="1" destOrd="0" presId="urn:microsoft.com/office/officeart/2005/8/layout/list1"/>
    <dgm:cxn modelId="{5C43F887-0BD5-4C87-B9B5-BBD701ABBE7A}" type="presParOf" srcId="{65D391C4-1056-40AC-9384-4D0E11AAB31B}" destId="{13D24E5A-F3EF-475D-BA4A-B7DF76029542}" srcOrd="2" destOrd="0" presId="urn:microsoft.com/office/officeart/2005/8/layout/list1"/>
    <dgm:cxn modelId="{FA90FA56-D6D2-437B-8848-0F6DD11C9141}" type="presParOf" srcId="{65D391C4-1056-40AC-9384-4D0E11AAB31B}" destId="{0BA28709-97E8-4CCA-AD08-CB56892D47E2}" srcOrd="3" destOrd="0" presId="urn:microsoft.com/office/officeart/2005/8/layout/list1"/>
    <dgm:cxn modelId="{D56DA939-FA60-4DFC-9645-41F77AF79DFA}" type="presParOf" srcId="{65D391C4-1056-40AC-9384-4D0E11AAB31B}" destId="{86B10BE6-468E-495C-9C8F-F02AB58AF926}" srcOrd="4" destOrd="0" presId="urn:microsoft.com/office/officeart/2005/8/layout/list1"/>
    <dgm:cxn modelId="{30167CC2-8E22-4BE5-AB26-BA0888FA7D58}" type="presParOf" srcId="{86B10BE6-468E-495C-9C8F-F02AB58AF926}" destId="{9BC7626B-2B13-409C-A8C6-D9A12C7731BC}" srcOrd="0" destOrd="0" presId="urn:microsoft.com/office/officeart/2005/8/layout/list1"/>
    <dgm:cxn modelId="{06325223-672B-4448-81C8-A729FB86BA02}" type="presParOf" srcId="{86B10BE6-468E-495C-9C8F-F02AB58AF926}" destId="{981B3F70-4D8D-4829-80EA-80DAC26BE35D}" srcOrd="1" destOrd="0" presId="urn:microsoft.com/office/officeart/2005/8/layout/list1"/>
    <dgm:cxn modelId="{55B87F8F-A7B0-40CC-BEC2-344D22891BC8}" type="presParOf" srcId="{65D391C4-1056-40AC-9384-4D0E11AAB31B}" destId="{0C32B7EF-8D84-470C-9F3E-B6103B8DB649}" srcOrd="5" destOrd="0" presId="urn:microsoft.com/office/officeart/2005/8/layout/list1"/>
    <dgm:cxn modelId="{0F6A44F9-E225-44AD-8D59-DA183A5B2039}" type="presParOf" srcId="{65D391C4-1056-40AC-9384-4D0E11AAB31B}" destId="{BFD2E68D-A4CD-44AA-828C-6801C5028A8B}" srcOrd="6" destOrd="0" presId="urn:microsoft.com/office/officeart/2005/8/layout/list1"/>
    <dgm:cxn modelId="{A63F8234-0C9B-480C-8A2A-7A5966F4D368}" type="presParOf" srcId="{65D391C4-1056-40AC-9384-4D0E11AAB31B}" destId="{1DFD2509-8E8A-4F5A-8E53-D2A70F4667DB}" srcOrd="7" destOrd="0" presId="urn:microsoft.com/office/officeart/2005/8/layout/list1"/>
    <dgm:cxn modelId="{0449B88D-3A5C-490C-98DF-50FF6B43EB90}" type="presParOf" srcId="{65D391C4-1056-40AC-9384-4D0E11AAB31B}" destId="{67DED635-A16C-4699-AA98-640BFF825F5D}" srcOrd="8" destOrd="0" presId="urn:microsoft.com/office/officeart/2005/8/layout/list1"/>
    <dgm:cxn modelId="{F6AAAB56-43FB-4F56-884D-7CAEDBAF5236}" type="presParOf" srcId="{67DED635-A16C-4699-AA98-640BFF825F5D}" destId="{62E1D955-4E02-41DC-8BDF-6D6B8C2D702A}" srcOrd="0" destOrd="0" presId="urn:microsoft.com/office/officeart/2005/8/layout/list1"/>
    <dgm:cxn modelId="{A3FBB53D-AEF7-4761-9931-E34D8F368FCD}" type="presParOf" srcId="{67DED635-A16C-4699-AA98-640BFF825F5D}" destId="{1823938D-100B-47EF-8817-9BFE928DB6D7}" srcOrd="1" destOrd="0" presId="urn:microsoft.com/office/officeart/2005/8/layout/list1"/>
    <dgm:cxn modelId="{408B05B5-7265-4AB0-AEE5-25AE48D1AD6F}" type="presParOf" srcId="{65D391C4-1056-40AC-9384-4D0E11AAB31B}" destId="{A50CB1A7-99FF-4644-96CE-19F84AB0E65A}" srcOrd="9" destOrd="0" presId="urn:microsoft.com/office/officeart/2005/8/layout/list1"/>
    <dgm:cxn modelId="{50505F2B-2DE5-4757-890F-A49D1BABAA00}" type="presParOf" srcId="{65D391C4-1056-40AC-9384-4D0E11AAB31B}" destId="{22CC9AF5-AAFD-424B-931D-9A74810C7313}" srcOrd="10" destOrd="0" presId="urn:microsoft.com/office/officeart/2005/8/layout/list1"/>
    <dgm:cxn modelId="{FCAC013B-32B6-49AB-9B6B-B63FD6A15B57}" type="presParOf" srcId="{65D391C4-1056-40AC-9384-4D0E11AAB31B}" destId="{62391B48-8FC0-4971-8333-191082630CC0}" srcOrd="11" destOrd="0" presId="urn:microsoft.com/office/officeart/2005/8/layout/list1"/>
    <dgm:cxn modelId="{4A67CABC-9DF1-4538-8982-E63A2F3A4B05}" type="presParOf" srcId="{65D391C4-1056-40AC-9384-4D0E11AAB31B}" destId="{98153864-D76A-4256-A83E-14E504D3AF91}" srcOrd="12" destOrd="0" presId="urn:microsoft.com/office/officeart/2005/8/layout/list1"/>
    <dgm:cxn modelId="{E84E482A-CE80-44DD-865D-16776E0785BE}" type="presParOf" srcId="{98153864-D76A-4256-A83E-14E504D3AF91}" destId="{E45EB3DD-02B8-4968-A460-C95EA42B83CD}" srcOrd="0" destOrd="0" presId="urn:microsoft.com/office/officeart/2005/8/layout/list1"/>
    <dgm:cxn modelId="{842B654C-3F02-490B-AFBD-C96A97918F67}" type="presParOf" srcId="{98153864-D76A-4256-A83E-14E504D3AF91}" destId="{56CCC167-163A-46D6-9DC1-77A68E976F85}" srcOrd="1" destOrd="0" presId="urn:microsoft.com/office/officeart/2005/8/layout/list1"/>
    <dgm:cxn modelId="{1FAA511C-01E6-4371-ABEF-0FE58C2F87FD}" type="presParOf" srcId="{65D391C4-1056-40AC-9384-4D0E11AAB31B}" destId="{7BE093F4-C45C-4057-9D6D-98F1BBC70FE3}" srcOrd="13" destOrd="0" presId="urn:microsoft.com/office/officeart/2005/8/layout/list1"/>
    <dgm:cxn modelId="{503AFE15-1EB7-45BD-8436-C675AF1D173A}" type="presParOf" srcId="{65D391C4-1056-40AC-9384-4D0E11AAB31B}" destId="{A4EEDB0B-F74C-4AC8-9BC0-85C182F43B1B}" srcOrd="14" destOrd="0" presId="urn:microsoft.com/office/officeart/2005/8/layout/list1"/>
    <dgm:cxn modelId="{BD62C71F-688B-4EA7-940D-B87BC68857F0}" type="presParOf" srcId="{65D391C4-1056-40AC-9384-4D0E11AAB31B}" destId="{8FF3575B-9EA9-4FB0-96ED-D8579833DE75}" srcOrd="15" destOrd="0" presId="urn:microsoft.com/office/officeart/2005/8/layout/list1"/>
    <dgm:cxn modelId="{14B7EBBF-0C62-453E-8395-50F25CF709D3}" type="presParOf" srcId="{65D391C4-1056-40AC-9384-4D0E11AAB31B}" destId="{46BEF01B-5AFE-496B-A507-47FF1F2D1E7A}" srcOrd="16" destOrd="0" presId="urn:microsoft.com/office/officeart/2005/8/layout/list1"/>
    <dgm:cxn modelId="{A10DFCDB-5120-4391-8033-C92CC64BDAEA}" type="presParOf" srcId="{46BEF01B-5AFE-496B-A507-47FF1F2D1E7A}" destId="{22658FB7-805D-42D3-A89A-2A0B52B1AD40}" srcOrd="0" destOrd="0" presId="urn:microsoft.com/office/officeart/2005/8/layout/list1"/>
    <dgm:cxn modelId="{4269DE85-319E-4F4D-A7F0-F2065B627F3B}" type="presParOf" srcId="{46BEF01B-5AFE-496B-A507-47FF1F2D1E7A}" destId="{0C8812E5-209C-462D-8AC6-A308ACC6014F}" srcOrd="1" destOrd="0" presId="urn:microsoft.com/office/officeart/2005/8/layout/list1"/>
    <dgm:cxn modelId="{1BF2514A-2E58-4006-B91C-60E8E2A2542A}" type="presParOf" srcId="{65D391C4-1056-40AC-9384-4D0E11AAB31B}" destId="{65C9972B-7021-4BE7-8136-3973A42EFF9F}" srcOrd="17" destOrd="0" presId="urn:microsoft.com/office/officeart/2005/8/layout/list1"/>
    <dgm:cxn modelId="{DF897D5F-B870-4F91-8395-B9B06010B073}" type="presParOf" srcId="{65D391C4-1056-40AC-9384-4D0E11AAB31B}" destId="{5749B896-5015-4EE9-BB17-B77F8752E3F3}" srcOrd="18" destOrd="0" presId="urn:microsoft.com/office/officeart/2005/8/layout/list1"/>
    <dgm:cxn modelId="{D152EDF2-A6CA-4BCF-83E4-8645E8D78FBC}" type="presParOf" srcId="{65D391C4-1056-40AC-9384-4D0E11AAB31B}" destId="{96B83A2F-4EFC-49D2-8E70-B026C936A742}" srcOrd="19" destOrd="0" presId="urn:microsoft.com/office/officeart/2005/8/layout/list1"/>
    <dgm:cxn modelId="{E7F03F87-D095-4B32-9BCF-DFB920B8EA94}" type="presParOf" srcId="{65D391C4-1056-40AC-9384-4D0E11AAB31B}" destId="{1EE37923-2775-4054-8BE7-CDA30E881F4B}" srcOrd="20" destOrd="0" presId="urn:microsoft.com/office/officeart/2005/8/layout/list1"/>
    <dgm:cxn modelId="{124F3A8B-2305-432B-ADAC-D239FFD642AA}" type="presParOf" srcId="{1EE37923-2775-4054-8BE7-CDA30E881F4B}" destId="{55E7DEA3-BD03-490A-A77E-719524665B41}" srcOrd="0" destOrd="0" presId="urn:microsoft.com/office/officeart/2005/8/layout/list1"/>
    <dgm:cxn modelId="{0175D8E0-41FE-4B2D-8F7A-0505281FB459}" type="presParOf" srcId="{1EE37923-2775-4054-8BE7-CDA30E881F4B}" destId="{9516A723-82D8-4CC2-90B9-9AA553656289}" srcOrd="1" destOrd="0" presId="urn:microsoft.com/office/officeart/2005/8/layout/list1"/>
    <dgm:cxn modelId="{50D65F68-F19A-4E11-A52A-F8CA4463487A}" type="presParOf" srcId="{65D391C4-1056-40AC-9384-4D0E11AAB31B}" destId="{F41246B9-E723-4119-A310-1D335E0F5B51}" srcOrd="21" destOrd="0" presId="urn:microsoft.com/office/officeart/2005/8/layout/list1"/>
    <dgm:cxn modelId="{091895A7-E63F-4C70-902D-510AA024ADAB}" type="presParOf" srcId="{65D391C4-1056-40AC-9384-4D0E11AAB31B}" destId="{AF05BF28-7770-40CE-99C1-D88D7C84DF25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C557B5-69D0-4512-BFAD-09303B87019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821E530-C0A2-4313-9AE1-20A372CB31CB}">
      <dgm:prSet/>
      <dgm:spPr/>
      <dgm:t>
        <a:bodyPr/>
        <a:lstStyle/>
        <a:p>
          <a:r>
            <a:rPr lang="fr-FR" b="1"/>
            <a:t>Problématique :</a:t>
          </a:r>
          <a:r>
            <a:rPr lang="fr-FR"/>
            <a:t> Désengorgement des services de santé dû au volume élevé de requêtes routinières.</a:t>
          </a:r>
          <a:endParaRPr lang="en-US"/>
        </a:p>
      </dgm:t>
    </dgm:pt>
    <dgm:pt modelId="{571001EA-7D8B-4DC7-A47D-F25AADF8886B}" type="parTrans" cxnId="{F66D4787-4E62-41B6-BC56-A9AFBDF3824E}">
      <dgm:prSet/>
      <dgm:spPr/>
      <dgm:t>
        <a:bodyPr/>
        <a:lstStyle/>
        <a:p>
          <a:endParaRPr lang="en-US"/>
        </a:p>
      </dgm:t>
    </dgm:pt>
    <dgm:pt modelId="{A0A5CF6B-F77B-45B8-B3CF-17C68E269923}" type="sibTrans" cxnId="{F66D4787-4E62-41B6-BC56-A9AFBDF3824E}">
      <dgm:prSet/>
      <dgm:spPr/>
      <dgm:t>
        <a:bodyPr/>
        <a:lstStyle/>
        <a:p>
          <a:endParaRPr lang="en-US"/>
        </a:p>
      </dgm:t>
    </dgm:pt>
    <dgm:pt modelId="{B3D3F547-7DA2-4440-8F54-ACF637AC9CE1}">
      <dgm:prSet/>
      <dgm:spPr/>
      <dgm:t>
        <a:bodyPr/>
        <a:lstStyle/>
        <a:p>
          <a:r>
            <a:rPr lang="fr-FR" b="1"/>
            <a:t>Solution Ciblée :</a:t>
          </a:r>
          <a:r>
            <a:rPr lang="fr-FR"/>
            <a:t> Implémenter un système de </a:t>
          </a:r>
          <a:r>
            <a:rPr lang="fr-FR" b="1"/>
            <a:t>NLU (Natural Language Understanding)</a:t>
          </a:r>
          <a:r>
            <a:rPr lang="fr-FR"/>
            <a:t> pour la catégorisation en temps réel.</a:t>
          </a:r>
          <a:endParaRPr lang="en-US"/>
        </a:p>
      </dgm:t>
    </dgm:pt>
    <dgm:pt modelId="{DAA6E54E-2A86-499F-B874-DFCB2AEAAFE2}" type="parTrans" cxnId="{38E2EDE9-1F5F-43EB-9E03-B042CCA6B96F}">
      <dgm:prSet/>
      <dgm:spPr/>
      <dgm:t>
        <a:bodyPr/>
        <a:lstStyle/>
        <a:p>
          <a:endParaRPr lang="en-US"/>
        </a:p>
      </dgm:t>
    </dgm:pt>
    <dgm:pt modelId="{F3DF3E35-49DE-4FF0-8788-8145A791106B}" type="sibTrans" cxnId="{38E2EDE9-1F5F-43EB-9E03-B042CCA6B96F}">
      <dgm:prSet/>
      <dgm:spPr/>
      <dgm:t>
        <a:bodyPr/>
        <a:lstStyle/>
        <a:p>
          <a:endParaRPr lang="en-US"/>
        </a:p>
      </dgm:t>
    </dgm:pt>
    <dgm:pt modelId="{0D3F0B47-09E2-4B60-A2D9-F786CE4DAFAA}">
      <dgm:prSet/>
      <dgm:spPr/>
      <dgm:t>
        <a:bodyPr/>
        <a:lstStyle/>
        <a:p>
          <a:r>
            <a:rPr lang="fr-FR" b="1"/>
            <a:t>Proposition de Valeur :</a:t>
          </a:r>
          <a:r>
            <a:rPr lang="fr-FR"/>
            <a:t> Réponse instantanée et fiabilité de la classification des intentions.</a:t>
          </a:r>
          <a:endParaRPr lang="en-US"/>
        </a:p>
      </dgm:t>
    </dgm:pt>
    <dgm:pt modelId="{94A377C7-1165-4424-8AE9-3EE51943A046}" type="parTrans" cxnId="{36F25B1C-9EF3-4D03-981A-1637CC67B11F}">
      <dgm:prSet/>
      <dgm:spPr/>
      <dgm:t>
        <a:bodyPr/>
        <a:lstStyle/>
        <a:p>
          <a:endParaRPr lang="en-US"/>
        </a:p>
      </dgm:t>
    </dgm:pt>
    <dgm:pt modelId="{FA57AE81-BA95-49C8-9DB8-0927B810D0C6}" type="sibTrans" cxnId="{36F25B1C-9EF3-4D03-981A-1637CC67B11F}">
      <dgm:prSet/>
      <dgm:spPr/>
      <dgm:t>
        <a:bodyPr/>
        <a:lstStyle/>
        <a:p>
          <a:endParaRPr lang="en-US"/>
        </a:p>
      </dgm:t>
    </dgm:pt>
    <dgm:pt modelId="{B8ED9EE8-1ECA-4C76-9B26-F1AB13DA2563}">
      <dgm:prSet/>
      <dgm:spPr/>
      <dgm:t>
        <a:bodyPr/>
        <a:lstStyle/>
        <a:p>
          <a:r>
            <a:rPr lang="fr-FR" b="1"/>
            <a:t>KPI Clé :</a:t>
          </a:r>
          <a:r>
            <a:rPr lang="fr-FR"/>
            <a:t> Précision de Classification d'Intention &gt;60% | Taux d'automatisation des réponses initiales.</a:t>
          </a:r>
          <a:endParaRPr lang="en-US"/>
        </a:p>
      </dgm:t>
    </dgm:pt>
    <dgm:pt modelId="{1E5DB550-9949-45CA-9548-37DB02E6775D}" type="parTrans" cxnId="{4BDCD364-0980-46F8-9463-33C912D1B9BC}">
      <dgm:prSet/>
      <dgm:spPr/>
      <dgm:t>
        <a:bodyPr/>
        <a:lstStyle/>
        <a:p>
          <a:endParaRPr lang="en-US"/>
        </a:p>
      </dgm:t>
    </dgm:pt>
    <dgm:pt modelId="{F5E4E651-C668-422D-8E8C-8031643853C1}" type="sibTrans" cxnId="{4BDCD364-0980-46F8-9463-33C912D1B9BC}">
      <dgm:prSet/>
      <dgm:spPr/>
      <dgm:t>
        <a:bodyPr/>
        <a:lstStyle/>
        <a:p>
          <a:endParaRPr lang="en-US"/>
        </a:p>
      </dgm:t>
    </dgm:pt>
    <dgm:pt modelId="{7908CAB5-6F18-4F2F-BB9C-6ED586C985B0}" type="pres">
      <dgm:prSet presAssocID="{94C557B5-69D0-4512-BFAD-09303B870191}" presName="root" presStyleCnt="0">
        <dgm:presLayoutVars>
          <dgm:dir/>
          <dgm:resizeHandles val="exact"/>
        </dgm:presLayoutVars>
      </dgm:prSet>
      <dgm:spPr/>
    </dgm:pt>
    <dgm:pt modelId="{EC9A53A9-4510-486F-BA15-F5662BAE6E82}" type="pres">
      <dgm:prSet presAssocID="{94C557B5-69D0-4512-BFAD-09303B870191}" presName="container" presStyleCnt="0">
        <dgm:presLayoutVars>
          <dgm:dir/>
          <dgm:resizeHandles val="exact"/>
        </dgm:presLayoutVars>
      </dgm:prSet>
      <dgm:spPr/>
    </dgm:pt>
    <dgm:pt modelId="{E4025ADB-AD5C-4CB5-804F-D45861DFEC0A}" type="pres">
      <dgm:prSet presAssocID="{8821E530-C0A2-4313-9AE1-20A372CB31CB}" presName="compNode" presStyleCnt="0"/>
      <dgm:spPr/>
    </dgm:pt>
    <dgm:pt modelId="{F25E6EC6-0954-4DA6-B7A2-80740F92B148}" type="pres">
      <dgm:prSet presAssocID="{8821E530-C0A2-4313-9AE1-20A372CB31CB}" presName="iconBgRect" presStyleLbl="bgShp" presStyleIdx="0" presStyleCnt="4"/>
      <dgm:spPr/>
    </dgm:pt>
    <dgm:pt modelId="{3EEE872A-228B-4D77-8CF9-CE7144258037}" type="pres">
      <dgm:prSet presAssocID="{8821E530-C0A2-4313-9AE1-20A372CB31C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FEC31117-45FB-4AB2-996E-75F39025FA3B}" type="pres">
      <dgm:prSet presAssocID="{8821E530-C0A2-4313-9AE1-20A372CB31CB}" presName="spaceRect" presStyleCnt="0"/>
      <dgm:spPr/>
    </dgm:pt>
    <dgm:pt modelId="{D65D25A4-AE7B-4DB8-B1D0-3986C501AB5C}" type="pres">
      <dgm:prSet presAssocID="{8821E530-C0A2-4313-9AE1-20A372CB31CB}" presName="textRect" presStyleLbl="revTx" presStyleIdx="0" presStyleCnt="4">
        <dgm:presLayoutVars>
          <dgm:chMax val="1"/>
          <dgm:chPref val="1"/>
        </dgm:presLayoutVars>
      </dgm:prSet>
      <dgm:spPr/>
    </dgm:pt>
    <dgm:pt modelId="{86786054-5F1C-44F1-90B4-05A2D476638B}" type="pres">
      <dgm:prSet presAssocID="{A0A5CF6B-F77B-45B8-B3CF-17C68E269923}" presName="sibTrans" presStyleLbl="sibTrans2D1" presStyleIdx="0" presStyleCnt="0"/>
      <dgm:spPr/>
    </dgm:pt>
    <dgm:pt modelId="{73044A56-7ADE-4C5D-B613-354B1D781632}" type="pres">
      <dgm:prSet presAssocID="{B3D3F547-7DA2-4440-8F54-ACF637AC9CE1}" presName="compNode" presStyleCnt="0"/>
      <dgm:spPr/>
    </dgm:pt>
    <dgm:pt modelId="{8CE52E8C-5E06-4C4A-B285-56118211D174}" type="pres">
      <dgm:prSet presAssocID="{B3D3F547-7DA2-4440-8F54-ACF637AC9CE1}" presName="iconBgRect" presStyleLbl="bgShp" presStyleIdx="1" presStyleCnt="4"/>
      <dgm:spPr/>
    </dgm:pt>
    <dgm:pt modelId="{26AB5D66-03A6-4A86-B600-81F84C4CA5ED}" type="pres">
      <dgm:prSet presAssocID="{B3D3F547-7DA2-4440-8F54-ACF637AC9CE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29618F24-1D2A-4B46-9870-59437685099D}" type="pres">
      <dgm:prSet presAssocID="{B3D3F547-7DA2-4440-8F54-ACF637AC9CE1}" presName="spaceRect" presStyleCnt="0"/>
      <dgm:spPr/>
    </dgm:pt>
    <dgm:pt modelId="{72C91789-4F77-4AB1-B458-3F2D79D90D75}" type="pres">
      <dgm:prSet presAssocID="{B3D3F547-7DA2-4440-8F54-ACF637AC9CE1}" presName="textRect" presStyleLbl="revTx" presStyleIdx="1" presStyleCnt="4">
        <dgm:presLayoutVars>
          <dgm:chMax val="1"/>
          <dgm:chPref val="1"/>
        </dgm:presLayoutVars>
      </dgm:prSet>
      <dgm:spPr/>
    </dgm:pt>
    <dgm:pt modelId="{A3AD1A0F-F606-4B7D-8230-D1E12E07B6C3}" type="pres">
      <dgm:prSet presAssocID="{F3DF3E35-49DE-4FF0-8788-8145A791106B}" presName="sibTrans" presStyleLbl="sibTrans2D1" presStyleIdx="0" presStyleCnt="0"/>
      <dgm:spPr/>
    </dgm:pt>
    <dgm:pt modelId="{7DF5245F-23E1-4906-8C6C-48FBCC91A3F3}" type="pres">
      <dgm:prSet presAssocID="{0D3F0B47-09E2-4B60-A2D9-F786CE4DAFAA}" presName="compNode" presStyleCnt="0"/>
      <dgm:spPr/>
    </dgm:pt>
    <dgm:pt modelId="{C5BD93ED-AE32-4EF5-A745-31D0881317B9}" type="pres">
      <dgm:prSet presAssocID="{0D3F0B47-09E2-4B60-A2D9-F786CE4DAFAA}" presName="iconBgRect" presStyleLbl="bgShp" presStyleIdx="2" presStyleCnt="4"/>
      <dgm:spPr/>
    </dgm:pt>
    <dgm:pt modelId="{FFCF8D64-EF00-4E0E-A859-5FB6CFCCB917}" type="pres">
      <dgm:prSet presAssocID="{0D3F0B47-09E2-4B60-A2D9-F786CE4DAFA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63D2B399-5123-40BA-834B-56FF081226E5}" type="pres">
      <dgm:prSet presAssocID="{0D3F0B47-09E2-4B60-A2D9-F786CE4DAFAA}" presName="spaceRect" presStyleCnt="0"/>
      <dgm:spPr/>
    </dgm:pt>
    <dgm:pt modelId="{332B63A5-D9D1-4F61-9182-A2E9E5F6B061}" type="pres">
      <dgm:prSet presAssocID="{0D3F0B47-09E2-4B60-A2D9-F786CE4DAFAA}" presName="textRect" presStyleLbl="revTx" presStyleIdx="2" presStyleCnt="4">
        <dgm:presLayoutVars>
          <dgm:chMax val="1"/>
          <dgm:chPref val="1"/>
        </dgm:presLayoutVars>
      </dgm:prSet>
      <dgm:spPr/>
    </dgm:pt>
    <dgm:pt modelId="{8310919C-18E3-452D-A3DC-0CC909DD5E6F}" type="pres">
      <dgm:prSet presAssocID="{FA57AE81-BA95-49C8-9DB8-0927B810D0C6}" presName="sibTrans" presStyleLbl="sibTrans2D1" presStyleIdx="0" presStyleCnt="0"/>
      <dgm:spPr/>
    </dgm:pt>
    <dgm:pt modelId="{050E14EB-79F4-49AC-8351-0004CFB9BB5E}" type="pres">
      <dgm:prSet presAssocID="{B8ED9EE8-1ECA-4C76-9B26-F1AB13DA2563}" presName="compNode" presStyleCnt="0"/>
      <dgm:spPr/>
    </dgm:pt>
    <dgm:pt modelId="{C816E00B-18DC-40DB-94AC-6D28375A62EC}" type="pres">
      <dgm:prSet presAssocID="{B8ED9EE8-1ECA-4C76-9B26-F1AB13DA2563}" presName="iconBgRect" presStyleLbl="bgShp" presStyleIdx="3" presStyleCnt="4"/>
      <dgm:spPr/>
    </dgm:pt>
    <dgm:pt modelId="{63CCCD86-608B-4E8D-8A34-960E8B2DFB53}" type="pres">
      <dgm:prSet presAssocID="{B8ED9EE8-1ECA-4C76-9B26-F1AB13DA256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8A0EE81-AC4D-4831-990E-539D36E95FF1}" type="pres">
      <dgm:prSet presAssocID="{B8ED9EE8-1ECA-4C76-9B26-F1AB13DA2563}" presName="spaceRect" presStyleCnt="0"/>
      <dgm:spPr/>
    </dgm:pt>
    <dgm:pt modelId="{7631FFB7-3320-43AF-8802-78CBB85CF28E}" type="pres">
      <dgm:prSet presAssocID="{B8ED9EE8-1ECA-4C76-9B26-F1AB13DA256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6F25B1C-9EF3-4D03-981A-1637CC67B11F}" srcId="{94C557B5-69D0-4512-BFAD-09303B870191}" destId="{0D3F0B47-09E2-4B60-A2D9-F786CE4DAFAA}" srcOrd="2" destOrd="0" parTransId="{94A377C7-1165-4424-8AE9-3EE51943A046}" sibTransId="{FA57AE81-BA95-49C8-9DB8-0927B810D0C6}"/>
    <dgm:cxn modelId="{4BDCD364-0980-46F8-9463-33C912D1B9BC}" srcId="{94C557B5-69D0-4512-BFAD-09303B870191}" destId="{B8ED9EE8-1ECA-4C76-9B26-F1AB13DA2563}" srcOrd="3" destOrd="0" parTransId="{1E5DB550-9949-45CA-9548-37DB02E6775D}" sibTransId="{F5E4E651-C668-422D-8E8C-8031643853C1}"/>
    <dgm:cxn modelId="{B402466A-169D-47D9-A88C-64354FFF8AD6}" type="presOf" srcId="{A0A5CF6B-F77B-45B8-B3CF-17C68E269923}" destId="{86786054-5F1C-44F1-90B4-05A2D476638B}" srcOrd="0" destOrd="0" presId="urn:microsoft.com/office/officeart/2018/2/layout/IconCircleList"/>
    <dgm:cxn modelId="{F286636F-783F-4612-9DDC-397F0973398A}" type="presOf" srcId="{F3DF3E35-49DE-4FF0-8788-8145A791106B}" destId="{A3AD1A0F-F606-4B7D-8230-D1E12E07B6C3}" srcOrd="0" destOrd="0" presId="urn:microsoft.com/office/officeart/2018/2/layout/IconCircleList"/>
    <dgm:cxn modelId="{44609C79-692A-4B82-88FE-B439A58D551E}" type="presOf" srcId="{B3D3F547-7DA2-4440-8F54-ACF637AC9CE1}" destId="{72C91789-4F77-4AB1-B458-3F2D79D90D75}" srcOrd="0" destOrd="0" presId="urn:microsoft.com/office/officeart/2018/2/layout/IconCircleList"/>
    <dgm:cxn modelId="{40BA1D7A-25FF-4459-A591-1BE6A4C0FAFE}" type="presOf" srcId="{0D3F0B47-09E2-4B60-A2D9-F786CE4DAFAA}" destId="{332B63A5-D9D1-4F61-9182-A2E9E5F6B061}" srcOrd="0" destOrd="0" presId="urn:microsoft.com/office/officeart/2018/2/layout/IconCircleList"/>
    <dgm:cxn modelId="{F66D4787-4E62-41B6-BC56-A9AFBDF3824E}" srcId="{94C557B5-69D0-4512-BFAD-09303B870191}" destId="{8821E530-C0A2-4313-9AE1-20A372CB31CB}" srcOrd="0" destOrd="0" parTransId="{571001EA-7D8B-4DC7-A47D-F25AADF8886B}" sibTransId="{A0A5CF6B-F77B-45B8-B3CF-17C68E269923}"/>
    <dgm:cxn modelId="{102517AC-1495-43FB-A5FD-C35D92C811EE}" type="presOf" srcId="{FA57AE81-BA95-49C8-9DB8-0927B810D0C6}" destId="{8310919C-18E3-452D-A3DC-0CC909DD5E6F}" srcOrd="0" destOrd="0" presId="urn:microsoft.com/office/officeart/2018/2/layout/IconCircleList"/>
    <dgm:cxn modelId="{2143F0B7-867F-4B25-972A-4EE88D6D9D44}" type="presOf" srcId="{B8ED9EE8-1ECA-4C76-9B26-F1AB13DA2563}" destId="{7631FFB7-3320-43AF-8802-78CBB85CF28E}" srcOrd="0" destOrd="0" presId="urn:microsoft.com/office/officeart/2018/2/layout/IconCircleList"/>
    <dgm:cxn modelId="{EAB292BC-E424-46F5-88BD-D39C3DCEC966}" type="presOf" srcId="{8821E530-C0A2-4313-9AE1-20A372CB31CB}" destId="{D65D25A4-AE7B-4DB8-B1D0-3986C501AB5C}" srcOrd="0" destOrd="0" presId="urn:microsoft.com/office/officeart/2018/2/layout/IconCircleList"/>
    <dgm:cxn modelId="{38E2EDE9-1F5F-43EB-9E03-B042CCA6B96F}" srcId="{94C557B5-69D0-4512-BFAD-09303B870191}" destId="{B3D3F547-7DA2-4440-8F54-ACF637AC9CE1}" srcOrd="1" destOrd="0" parTransId="{DAA6E54E-2A86-499F-B874-DFCB2AEAAFE2}" sibTransId="{F3DF3E35-49DE-4FF0-8788-8145A791106B}"/>
    <dgm:cxn modelId="{176A61FA-7FCB-4CF5-AD08-A23661679F93}" type="presOf" srcId="{94C557B5-69D0-4512-BFAD-09303B870191}" destId="{7908CAB5-6F18-4F2F-BB9C-6ED586C985B0}" srcOrd="0" destOrd="0" presId="urn:microsoft.com/office/officeart/2018/2/layout/IconCircleList"/>
    <dgm:cxn modelId="{97C3DE15-1EF0-48D4-B295-F65F4CD6E6E2}" type="presParOf" srcId="{7908CAB5-6F18-4F2F-BB9C-6ED586C985B0}" destId="{EC9A53A9-4510-486F-BA15-F5662BAE6E82}" srcOrd="0" destOrd="0" presId="urn:microsoft.com/office/officeart/2018/2/layout/IconCircleList"/>
    <dgm:cxn modelId="{D78F174B-34CE-4541-8FAB-B746F4477203}" type="presParOf" srcId="{EC9A53A9-4510-486F-BA15-F5662BAE6E82}" destId="{E4025ADB-AD5C-4CB5-804F-D45861DFEC0A}" srcOrd="0" destOrd="0" presId="urn:microsoft.com/office/officeart/2018/2/layout/IconCircleList"/>
    <dgm:cxn modelId="{47A66EAF-6DBC-4321-BB82-04699AB10388}" type="presParOf" srcId="{E4025ADB-AD5C-4CB5-804F-D45861DFEC0A}" destId="{F25E6EC6-0954-4DA6-B7A2-80740F92B148}" srcOrd="0" destOrd="0" presId="urn:microsoft.com/office/officeart/2018/2/layout/IconCircleList"/>
    <dgm:cxn modelId="{33F62DBD-525B-4B47-8A3F-FCE3466AE1C5}" type="presParOf" srcId="{E4025ADB-AD5C-4CB5-804F-D45861DFEC0A}" destId="{3EEE872A-228B-4D77-8CF9-CE7144258037}" srcOrd="1" destOrd="0" presId="urn:microsoft.com/office/officeart/2018/2/layout/IconCircleList"/>
    <dgm:cxn modelId="{102310FB-AF1A-4020-9DA6-0A6413AC069B}" type="presParOf" srcId="{E4025ADB-AD5C-4CB5-804F-D45861DFEC0A}" destId="{FEC31117-45FB-4AB2-996E-75F39025FA3B}" srcOrd="2" destOrd="0" presId="urn:microsoft.com/office/officeart/2018/2/layout/IconCircleList"/>
    <dgm:cxn modelId="{FB25ADB8-1739-4728-A4C7-BF2FDE8B6671}" type="presParOf" srcId="{E4025ADB-AD5C-4CB5-804F-D45861DFEC0A}" destId="{D65D25A4-AE7B-4DB8-B1D0-3986C501AB5C}" srcOrd="3" destOrd="0" presId="urn:microsoft.com/office/officeart/2018/2/layout/IconCircleList"/>
    <dgm:cxn modelId="{5DED4604-8DB0-40AD-9175-20D0E31A8AE4}" type="presParOf" srcId="{EC9A53A9-4510-486F-BA15-F5662BAE6E82}" destId="{86786054-5F1C-44F1-90B4-05A2D476638B}" srcOrd="1" destOrd="0" presId="urn:microsoft.com/office/officeart/2018/2/layout/IconCircleList"/>
    <dgm:cxn modelId="{42B4DC2E-B4E8-4AE1-BFD2-A0EE50A044E1}" type="presParOf" srcId="{EC9A53A9-4510-486F-BA15-F5662BAE6E82}" destId="{73044A56-7ADE-4C5D-B613-354B1D781632}" srcOrd="2" destOrd="0" presId="urn:microsoft.com/office/officeart/2018/2/layout/IconCircleList"/>
    <dgm:cxn modelId="{84157FAF-4E58-4790-87CB-171A605E248D}" type="presParOf" srcId="{73044A56-7ADE-4C5D-B613-354B1D781632}" destId="{8CE52E8C-5E06-4C4A-B285-56118211D174}" srcOrd="0" destOrd="0" presId="urn:microsoft.com/office/officeart/2018/2/layout/IconCircleList"/>
    <dgm:cxn modelId="{45C01D05-27B7-4BA3-AE8A-93D5F6C11B56}" type="presParOf" srcId="{73044A56-7ADE-4C5D-B613-354B1D781632}" destId="{26AB5D66-03A6-4A86-B600-81F84C4CA5ED}" srcOrd="1" destOrd="0" presId="urn:microsoft.com/office/officeart/2018/2/layout/IconCircleList"/>
    <dgm:cxn modelId="{CADCB238-A49E-4201-9F89-E5113FB5815D}" type="presParOf" srcId="{73044A56-7ADE-4C5D-B613-354B1D781632}" destId="{29618F24-1D2A-4B46-9870-59437685099D}" srcOrd="2" destOrd="0" presId="urn:microsoft.com/office/officeart/2018/2/layout/IconCircleList"/>
    <dgm:cxn modelId="{D5670F2C-8CE3-4ACA-B5DC-0E1770EEA67D}" type="presParOf" srcId="{73044A56-7ADE-4C5D-B613-354B1D781632}" destId="{72C91789-4F77-4AB1-B458-3F2D79D90D75}" srcOrd="3" destOrd="0" presId="urn:microsoft.com/office/officeart/2018/2/layout/IconCircleList"/>
    <dgm:cxn modelId="{215E7CD7-7F85-4087-89A2-661D8F108DEA}" type="presParOf" srcId="{EC9A53A9-4510-486F-BA15-F5662BAE6E82}" destId="{A3AD1A0F-F606-4B7D-8230-D1E12E07B6C3}" srcOrd="3" destOrd="0" presId="urn:microsoft.com/office/officeart/2018/2/layout/IconCircleList"/>
    <dgm:cxn modelId="{F7115B5F-525A-4C6E-B7F0-3B769243121C}" type="presParOf" srcId="{EC9A53A9-4510-486F-BA15-F5662BAE6E82}" destId="{7DF5245F-23E1-4906-8C6C-48FBCC91A3F3}" srcOrd="4" destOrd="0" presId="urn:microsoft.com/office/officeart/2018/2/layout/IconCircleList"/>
    <dgm:cxn modelId="{401A15D1-208B-4282-AEDE-70438DF5EC85}" type="presParOf" srcId="{7DF5245F-23E1-4906-8C6C-48FBCC91A3F3}" destId="{C5BD93ED-AE32-4EF5-A745-31D0881317B9}" srcOrd="0" destOrd="0" presId="urn:microsoft.com/office/officeart/2018/2/layout/IconCircleList"/>
    <dgm:cxn modelId="{41BE791B-44D4-4C5A-94F4-6BB685A8B6DC}" type="presParOf" srcId="{7DF5245F-23E1-4906-8C6C-48FBCC91A3F3}" destId="{FFCF8D64-EF00-4E0E-A859-5FB6CFCCB917}" srcOrd="1" destOrd="0" presId="urn:microsoft.com/office/officeart/2018/2/layout/IconCircleList"/>
    <dgm:cxn modelId="{286A543B-F779-4CC4-97D4-3CA388D6D338}" type="presParOf" srcId="{7DF5245F-23E1-4906-8C6C-48FBCC91A3F3}" destId="{63D2B399-5123-40BA-834B-56FF081226E5}" srcOrd="2" destOrd="0" presId="urn:microsoft.com/office/officeart/2018/2/layout/IconCircleList"/>
    <dgm:cxn modelId="{DE65D802-1D2B-4425-8107-F7FFE63078E3}" type="presParOf" srcId="{7DF5245F-23E1-4906-8C6C-48FBCC91A3F3}" destId="{332B63A5-D9D1-4F61-9182-A2E9E5F6B061}" srcOrd="3" destOrd="0" presId="urn:microsoft.com/office/officeart/2018/2/layout/IconCircleList"/>
    <dgm:cxn modelId="{CAF8A9CD-4C09-4536-A041-C2838EEE7CD0}" type="presParOf" srcId="{EC9A53A9-4510-486F-BA15-F5662BAE6E82}" destId="{8310919C-18E3-452D-A3DC-0CC909DD5E6F}" srcOrd="5" destOrd="0" presId="urn:microsoft.com/office/officeart/2018/2/layout/IconCircleList"/>
    <dgm:cxn modelId="{487E8870-E4E0-43EA-92F3-6A6D6004E3D1}" type="presParOf" srcId="{EC9A53A9-4510-486F-BA15-F5662BAE6E82}" destId="{050E14EB-79F4-49AC-8351-0004CFB9BB5E}" srcOrd="6" destOrd="0" presId="urn:microsoft.com/office/officeart/2018/2/layout/IconCircleList"/>
    <dgm:cxn modelId="{5D9A16E7-9118-4A00-95E7-85A40BE28454}" type="presParOf" srcId="{050E14EB-79F4-49AC-8351-0004CFB9BB5E}" destId="{C816E00B-18DC-40DB-94AC-6D28375A62EC}" srcOrd="0" destOrd="0" presId="urn:microsoft.com/office/officeart/2018/2/layout/IconCircleList"/>
    <dgm:cxn modelId="{34DE2230-3458-4D47-B971-D3ABD0CA4DA6}" type="presParOf" srcId="{050E14EB-79F4-49AC-8351-0004CFB9BB5E}" destId="{63CCCD86-608B-4E8D-8A34-960E8B2DFB53}" srcOrd="1" destOrd="0" presId="urn:microsoft.com/office/officeart/2018/2/layout/IconCircleList"/>
    <dgm:cxn modelId="{4866F59F-CB8C-40A6-A7FF-6F9D616EEB4D}" type="presParOf" srcId="{050E14EB-79F4-49AC-8351-0004CFB9BB5E}" destId="{D8A0EE81-AC4D-4831-990E-539D36E95FF1}" srcOrd="2" destOrd="0" presId="urn:microsoft.com/office/officeart/2018/2/layout/IconCircleList"/>
    <dgm:cxn modelId="{78E15186-097C-43C8-8453-D73C7F0E1513}" type="presParOf" srcId="{050E14EB-79F4-49AC-8351-0004CFB9BB5E}" destId="{7631FFB7-3320-43AF-8802-78CBB85CF28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38D8E6-5F09-43EA-B4ED-80C63678368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BC8029-97F8-4079-96C7-0CCB7C080D39}">
      <dgm:prSet/>
      <dgm:spPr/>
      <dgm:t>
        <a:bodyPr/>
        <a:lstStyle/>
        <a:p>
          <a:r>
            <a:rPr lang="en-US" b="1" dirty="0"/>
            <a:t>Transformation du </a:t>
          </a:r>
          <a:r>
            <a:rPr lang="en-US" b="1" dirty="0" err="1"/>
            <a:t>texte</a:t>
          </a:r>
          <a:r>
            <a:rPr lang="en-US" b="1" dirty="0"/>
            <a:t> </a:t>
          </a:r>
          <a:r>
            <a:rPr lang="en-US" b="1" dirty="0" err="1"/>
            <a:t>en</a:t>
          </a:r>
          <a:r>
            <a:rPr lang="en-US" b="1" dirty="0"/>
            <a:t> </a:t>
          </a:r>
          <a:r>
            <a:rPr lang="en-US" b="1" dirty="0" err="1"/>
            <a:t>nombres</a:t>
          </a:r>
          <a:r>
            <a:rPr lang="en-US" b="1" dirty="0"/>
            <a:t> </a:t>
          </a:r>
          <a:r>
            <a:rPr lang="en-US" dirty="0"/>
            <a:t>avec la </a:t>
          </a:r>
          <a:r>
            <a:rPr lang="en-US" dirty="0" err="1"/>
            <a:t>méthode</a:t>
          </a:r>
          <a:r>
            <a:rPr lang="en-US" dirty="0"/>
            <a:t> </a:t>
          </a:r>
          <a:r>
            <a:rPr lang="en-US" b="1" dirty="0"/>
            <a:t>TF-IDF</a:t>
          </a:r>
          <a:r>
            <a:rPr lang="en-US" dirty="0"/>
            <a:t>→ </a:t>
          </a:r>
          <a:r>
            <a:rPr lang="en-US" dirty="0" err="1"/>
            <a:t>Chaque</a:t>
          </a:r>
          <a:r>
            <a:rPr lang="en-US" dirty="0"/>
            <a:t> mot </a:t>
          </a:r>
          <a:r>
            <a:rPr lang="en-US" dirty="0" err="1"/>
            <a:t>reçoit</a:t>
          </a:r>
          <a:r>
            <a:rPr lang="en-US" dirty="0"/>
            <a:t> un </a:t>
          </a:r>
          <a:r>
            <a:rPr lang="en-US" dirty="0" err="1"/>
            <a:t>poids</a:t>
          </a:r>
          <a:r>
            <a:rPr lang="en-US" dirty="0"/>
            <a:t> </a:t>
          </a:r>
          <a:r>
            <a:rPr lang="en-US" dirty="0" err="1"/>
            <a:t>selon</a:t>
          </a:r>
          <a:r>
            <a:rPr lang="en-US" dirty="0"/>
            <a:t> son importance dans la phrase.</a:t>
          </a:r>
        </a:p>
      </dgm:t>
    </dgm:pt>
    <dgm:pt modelId="{2A3415EE-33B5-408A-9722-B78DA9D5E22F}" type="parTrans" cxnId="{381483CB-440C-407C-83D3-6573483D4B15}">
      <dgm:prSet/>
      <dgm:spPr/>
      <dgm:t>
        <a:bodyPr/>
        <a:lstStyle/>
        <a:p>
          <a:endParaRPr lang="en-US"/>
        </a:p>
      </dgm:t>
    </dgm:pt>
    <dgm:pt modelId="{7607D12E-0533-432D-85DF-22C7B33FBF3E}" type="sibTrans" cxnId="{381483CB-440C-407C-83D3-6573483D4B15}">
      <dgm:prSet/>
      <dgm:spPr/>
      <dgm:t>
        <a:bodyPr/>
        <a:lstStyle/>
        <a:p>
          <a:endParaRPr lang="en-US"/>
        </a:p>
      </dgm:t>
    </dgm:pt>
    <dgm:pt modelId="{F8B21603-8B42-44D2-90DE-E46B372C2E9A}">
      <dgm:prSet/>
      <dgm:spPr/>
      <dgm:t>
        <a:bodyPr/>
        <a:lstStyle/>
        <a:p>
          <a:pPr algn="l"/>
          <a:r>
            <a:rPr lang="en-US" b="1" dirty="0"/>
            <a:t>Réseau de </a:t>
          </a:r>
          <a:r>
            <a:rPr lang="en-US" b="1" dirty="0" err="1"/>
            <a:t>neurones</a:t>
          </a:r>
          <a:r>
            <a:rPr lang="en-US" b="1" dirty="0"/>
            <a:t> (Neural Network) </a:t>
          </a:r>
          <a:r>
            <a:rPr lang="en-US" dirty="0"/>
            <a:t>:</a:t>
          </a:r>
          <a:br>
            <a:rPr lang="en-US" dirty="0"/>
          </a:br>
          <a:r>
            <a:rPr lang="en-US" dirty="0"/>
            <a:t>- </a:t>
          </a:r>
          <a:r>
            <a:rPr lang="en-US" dirty="0" err="1"/>
            <a:t>Plusieurs</a:t>
          </a:r>
          <a:r>
            <a:rPr lang="en-US" dirty="0"/>
            <a:t> couches </a:t>
          </a:r>
          <a:r>
            <a:rPr lang="en-US" dirty="0" err="1"/>
            <a:t>connectées</a:t>
          </a:r>
          <a:r>
            <a:rPr lang="en-US" dirty="0"/>
            <a:t> </a:t>
          </a:r>
          <a:r>
            <a:rPr lang="en-US" dirty="0" err="1"/>
            <a:t>imitant</a:t>
          </a:r>
          <a:r>
            <a:rPr lang="en-US" dirty="0"/>
            <a:t> le    </a:t>
          </a:r>
          <a:r>
            <a:rPr lang="en-US" dirty="0" err="1"/>
            <a:t>fonctionnement</a:t>
          </a:r>
          <a:r>
            <a:rPr lang="en-US" dirty="0"/>
            <a:t> du </a:t>
          </a:r>
          <a:r>
            <a:rPr lang="en-US" dirty="0" err="1"/>
            <a:t>cerveau</a:t>
          </a:r>
          <a:r>
            <a:rPr lang="en-US" dirty="0"/>
            <a:t> </a:t>
          </a:r>
          <a:r>
            <a:rPr lang="en-US" dirty="0" err="1"/>
            <a:t>humain</a:t>
          </a:r>
          <a:br>
            <a:rPr lang="en-US" dirty="0"/>
          </a:br>
          <a:br>
            <a:rPr lang="en-US" dirty="0"/>
          </a:br>
          <a:r>
            <a:rPr lang="en-US" dirty="0"/>
            <a:t>- </a:t>
          </a:r>
          <a:r>
            <a:rPr lang="en-US" dirty="0" err="1"/>
            <a:t>Chaque</a:t>
          </a:r>
          <a:r>
            <a:rPr lang="en-US" dirty="0"/>
            <a:t> couche </a:t>
          </a:r>
          <a:r>
            <a:rPr lang="en-US" dirty="0" err="1"/>
            <a:t>apprend</a:t>
          </a:r>
          <a:r>
            <a:rPr lang="en-US" dirty="0"/>
            <a:t> à </a:t>
          </a:r>
          <a:r>
            <a:rPr lang="en-US" dirty="0" err="1"/>
            <a:t>repérer</a:t>
          </a:r>
          <a:r>
            <a:rPr lang="en-US" dirty="0"/>
            <a:t> des motifs dans le </a:t>
          </a:r>
          <a:r>
            <a:rPr lang="en-US" dirty="0" err="1"/>
            <a:t>texte</a:t>
          </a:r>
          <a:br>
            <a:rPr lang="en-US" dirty="0"/>
          </a:br>
          <a:br>
            <a:rPr lang="en-US" dirty="0"/>
          </a:br>
          <a:r>
            <a:rPr lang="en-US" dirty="0"/>
            <a:t>- Le </a:t>
          </a:r>
          <a:r>
            <a:rPr lang="en-US" dirty="0" err="1"/>
            <a:t>modèle</a:t>
          </a:r>
          <a:r>
            <a:rPr lang="en-US" dirty="0"/>
            <a:t> </a:t>
          </a:r>
          <a:r>
            <a:rPr lang="en-US" dirty="0" err="1"/>
            <a:t>prédit</a:t>
          </a:r>
          <a:r>
            <a:rPr lang="en-US" dirty="0"/>
            <a:t> ensuite la bonne intention (ex. “prendre un </a:t>
          </a:r>
          <a:r>
            <a:rPr lang="en-US" dirty="0" err="1"/>
            <a:t>rendez</a:t>
          </a:r>
          <a:r>
            <a:rPr lang="en-US" dirty="0"/>
            <a:t>-vous”)</a:t>
          </a:r>
        </a:p>
      </dgm:t>
    </dgm:pt>
    <dgm:pt modelId="{E2428248-17D0-43C5-AE32-1585EF047412}" type="parTrans" cxnId="{689B053F-BB4E-47FA-9DBC-577CC93A2E3A}">
      <dgm:prSet/>
      <dgm:spPr/>
      <dgm:t>
        <a:bodyPr/>
        <a:lstStyle/>
        <a:p>
          <a:endParaRPr lang="en-US"/>
        </a:p>
      </dgm:t>
    </dgm:pt>
    <dgm:pt modelId="{CFC4A400-C3EE-48E6-9109-9FA3D15863AC}" type="sibTrans" cxnId="{689B053F-BB4E-47FA-9DBC-577CC93A2E3A}">
      <dgm:prSet/>
      <dgm:spPr/>
      <dgm:t>
        <a:bodyPr/>
        <a:lstStyle/>
        <a:p>
          <a:endParaRPr lang="en-US"/>
        </a:p>
      </dgm:t>
    </dgm:pt>
    <dgm:pt modelId="{4186ADBA-3840-430A-B3A6-029F25C0CD5B}" type="pres">
      <dgm:prSet presAssocID="{3D38D8E6-5F09-43EA-B4ED-80C63678368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BB65355-8159-4EB7-90E5-359374D10FC0}" type="pres">
      <dgm:prSet presAssocID="{F1BC8029-97F8-4079-96C7-0CCB7C080D39}" presName="hierRoot1" presStyleCnt="0"/>
      <dgm:spPr/>
    </dgm:pt>
    <dgm:pt modelId="{182E5EFF-4433-4FEF-BC2F-887C246ECF8A}" type="pres">
      <dgm:prSet presAssocID="{F1BC8029-97F8-4079-96C7-0CCB7C080D39}" presName="composite" presStyleCnt="0"/>
      <dgm:spPr/>
    </dgm:pt>
    <dgm:pt modelId="{44D2978C-3EAA-4CE7-B8B6-41085EA803E2}" type="pres">
      <dgm:prSet presAssocID="{F1BC8029-97F8-4079-96C7-0CCB7C080D39}" presName="background" presStyleLbl="node0" presStyleIdx="0" presStyleCnt="2"/>
      <dgm:spPr/>
    </dgm:pt>
    <dgm:pt modelId="{BC644C92-009B-457A-A9C7-476854D190B0}" type="pres">
      <dgm:prSet presAssocID="{F1BC8029-97F8-4079-96C7-0CCB7C080D39}" presName="text" presStyleLbl="fgAcc0" presStyleIdx="0" presStyleCnt="2">
        <dgm:presLayoutVars>
          <dgm:chPref val="3"/>
        </dgm:presLayoutVars>
      </dgm:prSet>
      <dgm:spPr/>
    </dgm:pt>
    <dgm:pt modelId="{0D32978F-C8F6-4A3E-B24C-B4BEE88687B1}" type="pres">
      <dgm:prSet presAssocID="{F1BC8029-97F8-4079-96C7-0CCB7C080D39}" presName="hierChild2" presStyleCnt="0"/>
      <dgm:spPr/>
    </dgm:pt>
    <dgm:pt modelId="{318CA53C-147E-4FC1-AF26-82119DAB5821}" type="pres">
      <dgm:prSet presAssocID="{F8B21603-8B42-44D2-90DE-E46B372C2E9A}" presName="hierRoot1" presStyleCnt="0"/>
      <dgm:spPr/>
    </dgm:pt>
    <dgm:pt modelId="{B52D5685-8A46-40D4-9C29-6C8E81788BEE}" type="pres">
      <dgm:prSet presAssocID="{F8B21603-8B42-44D2-90DE-E46B372C2E9A}" presName="composite" presStyleCnt="0"/>
      <dgm:spPr/>
    </dgm:pt>
    <dgm:pt modelId="{775FA738-4155-40CF-B099-6A3E0CC188F6}" type="pres">
      <dgm:prSet presAssocID="{F8B21603-8B42-44D2-90DE-E46B372C2E9A}" presName="background" presStyleLbl="node0" presStyleIdx="1" presStyleCnt="2"/>
      <dgm:spPr/>
    </dgm:pt>
    <dgm:pt modelId="{8F30EF17-2424-48A4-B2A4-25C13C4C8BA7}" type="pres">
      <dgm:prSet presAssocID="{F8B21603-8B42-44D2-90DE-E46B372C2E9A}" presName="text" presStyleLbl="fgAcc0" presStyleIdx="1" presStyleCnt="2">
        <dgm:presLayoutVars>
          <dgm:chPref val="3"/>
        </dgm:presLayoutVars>
      </dgm:prSet>
      <dgm:spPr/>
    </dgm:pt>
    <dgm:pt modelId="{E42A03F8-2060-4984-B850-6033D7F6153C}" type="pres">
      <dgm:prSet presAssocID="{F8B21603-8B42-44D2-90DE-E46B372C2E9A}" presName="hierChild2" presStyleCnt="0"/>
      <dgm:spPr/>
    </dgm:pt>
  </dgm:ptLst>
  <dgm:cxnLst>
    <dgm:cxn modelId="{689B053F-BB4E-47FA-9DBC-577CC93A2E3A}" srcId="{3D38D8E6-5F09-43EA-B4ED-80C63678368E}" destId="{F8B21603-8B42-44D2-90DE-E46B372C2E9A}" srcOrd="1" destOrd="0" parTransId="{E2428248-17D0-43C5-AE32-1585EF047412}" sibTransId="{CFC4A400-C3EE-48E6-9109-9FA3D15863AC}"/>
    <dgm:cxn modelId="{7A9387A9-82B9-46C1-A26A-585C07EFFDC5}" type="presOf" srcId="{F1BC8029-97F8-4079-96C7-0CCB7C080D39}" destId="{BC644C92-009B-457A-A9C7-476854D190B0}" srcOrd="0" destOrd="0" presId="urn:microsoft.com/office/officeart/2005/8/layout/hierarchy1"/>
    <dgm:cxn modelId="{DCD0D5BE-793F-408C-9590-77AEBD9D62D0}" type="presOf" srcId="{3D38D8E6-5F09-43EA-B4ED-80C63678368E}" destId="{4186ADBA-3840-430A-B3A6-029F25C0CD5B}" srcOrd="0" destOrd="0" presId="urn:microsoft.com/office/officeart/2005/8/layout/hierarchy1"/>
    <dgm:cxn modelId="{381483CB-440C-407C-83D3-6573483D4B15}" srcId="{3D38D8E6-5F09-43EA-B4ED-80C63678368E}" destId="{F1BC8029-97F8-4079-96C7-0CCB7C080D39}" srcOrd="0" destOrd="0" parTransId="{2A3415EE-33B5-408A-9722-B78DA9D5E22F}" sibTransId="{7607D12E-0533-432D-85DF-22C7B33FBF3E}"/>
    <dgm:cxn modelId="{BB62B2FE-921D-4D1B-8300-445DCAC3F0F7}" type="presOf" srcId="{F8B21603-8B42-44D2-90DE-E46B372C2E9A}" destId="{8F30EF17-2424-48A4-B2A4-25C13C4C8BA7}" srcOrd="0" destOrd="0" presId="urn:microsoft.com/office/officeart/2005/8/layout/hierarchy1"/>
    <dgm:cxn modelId="{913F14F7-11BA-409B-816D-5AA991690A1F}" type="presParOf" srcId="{4186ADBA-3840-430A-B3A6-029F25C0CD5B}" destId="{BBB65355-8159-4EB7-90E5-359374D10FC0}" srcOrd="0" destOrd="0" presId="urn:microsoft.com/office/officeart/2005/8/layout/hierarchy1"/>
    <dgm:cxn modelId="{B0D0986D-67C0-4799-956E-50B88CC16FDF}" type="presParOf" srcId="{BBB65355-8159-4EB7-90E5-359374D10FC0}" destId="{182E5EFF-4433-4FEF-BC2F-887C246ECF8A}" srcOrd="0" destOrd="0" presId="urn:microsoft.com/office/officeart/2005/8/layout/hierarchy1"/>
    <dgm:cxn modelId="{90E4B2D4-F9AC-4AD3-9260-A6AB16367FB1}" type="presParOf" srcId="{182E5EFF-4433-4FEF-BC2F-887C246ECF8A}" destId="{44D2978C-3EAA-4CE7-B8B6-41085EA803E2}" srcOrd="0" destOrd="0" presId="urn:microsoft.com/office/officeart/2005/8/layout/hierarchy1"/>
    <dgm:cxn modelId="{AA9E330A-8F0E-492B-881A-3A7D46853E8E}" type="presParOf" srcId="{182E5EFF-4433-4FEF-BC2F-887C246ECF8A}" destId="{BC644C92-009B-457A-A9C7-476854D190B0}" srcOrd="1" destOrd="0" presId="urn:microsoft.com/office/officeart/2005/8/layout/hierarchy1"/>
    <dgm:cxn modelId="{F5AAA74C-754A-4767-BF73-61BD6A787363}" type="presParOf" srcId="{BBB65355-8159-4EB7-90E5-359374D10FC0}" destId="{0D32978F-C8F6-4A3E-B24C-B4BEE88687B1}" srcOrd="1" destOrd="0" presId="urn:microsoft.com/office/officeart/2005/8/layout/hierarchy1"/>
    <dgm:cxn modelId="{A5FE9BC3-2006-420D-8DD1-ADD5A64D8563}" type="presParOf" srcId="{4186ADBA-3840-430A-B3A6-029F25C0CD5B}" destId="{318CA53C-147E-4FC1-AF26-82119DAB5821}" srcOrd="1" destOrd="0" presId="urn:microsoft.com/office/officeart/2005/8/layout/hierarchy1"/>
    <dgm:cxn modelId="{596B5D43-F991-4900-B956-8E053AB742DB}" type="presParOf" srcId="{318CA53C-147E-4FC1-AF26-82119DAB5821}" destId="{B52D5685-8A46-40D4-9C29-6C8E81788BEE}" srcOrd="0" destOrd="0" presId="urn:microsoft.com/office/officeart/2005/8/layout/hierarchy1"/>
    <dgm:cxn modelId="{A95A7E38-10B8-4322-B6B2-2046B65A1876}" type="presParOf" srcId="{B52D5685-8A46-40D4-9C29-6C8E81788BEE}" destId="{775FA738-4155-40CF-B099-6A3E0CC188F6}" srcOrd="0" destOrd="0" presId="urn:microsoft.com/office/officeart/2005/8/layout/hierarchy1"/>
    <dgm:cxn modelId="{68AC4C9C-934B-4152-85B9-AC77730220A2}" type="presParOf" srcId="{B52D5685-8A46-40D4-9C29-6C8E81788BEE}" destId="{8F30EF17-2424-48A4-B2A4-25C13C4C8BA7}" srcOrd="1" destOrd="0" presId="urn:microsoft.com/office/officeart/2005/8/layout/hierarchy1"/>
    <dgm:cxn modelId="{4030C578-47BB-49A5-AE0C-412A79004218}" type="presParOf" srcId="{318CA53C-147E-4FC1-AF26-82119DAB5821}" destId="{E42A03F8-2060-4984-B850-6033D7F6153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AD6119-B694-4DB7-82D3-6C373E70DEEC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550CFCC-1B3B-4384-A295-05C29BEC6A01}">
      <dgm:prSet/>
      <dgm:spPr/>
      <dgm:t>
        <a:bodyPr/>
        <a:lstStyle/>
        <a:p>
          <a:r>
            <a:rPr lang="fr-FR" b="1"/>
            <a:t>Convergence :</a:t>
          </a:r>
          <a:r>
            <a:rPr lang="fr-FR"/>
            <a:t> Graphique de la Courbe de Perte </a:t>
          </a:r>
          <a:r>
            <a:rPr lang="fr-FR">
              <a:sym typeface="Wingdings" panose="05000000000000000000" pitchFamily="2" charset="2"/>
            </a:rPr>
            <a:t></a:t>
          </a:r>
          <a:r>
            <a:rPr lang="fr-FR"/>
            <a:t>Convergence rapide et stable sur </a:t>
          </a:r>
          <a:r>
            <a:rPr lang="fr-FR" b="1"/>
            <a:t>50 époques</a:t>
          </a:r>
          <a:r>
            <a:rPr lang="fr-FR"/>
            <a:t>.</a:t>
          </a:r>
          <a:endParaRPr lang="en-US"/>
        </a:p>
      </dgm:t>
    </dgm:pt>
    <dgm:pt modelId="{3C4A991F-8526-40AF-8FDC-867E887E6298}" type="parTrans" cxnId="{4A69ED05-77F6-4309-920A-1A1CDC55CBB7}">
      <dgm:prSet/>
      <dgm:spPr/>
      <dgm:t>
        <a:bodyPr/>
        <a:lstStyle/>
        <a:p>
          <a:endParaRPr lang="en-US"/>
        </a:p>
      </dgm:t>
    </dgm:pt>
    <dgm:pt modelId="{D259D809-67A6-47A1-B41C-15BCE9BFB7AF}" type="sibTrans" cxnId="{4A69ED05-77F6-4309-920A-1A1CDC55CBB7}">
      <dgm:prSet/>
      <dgm:spPr/>
      <dgm:t>
        <a:bodyPr/>
        <a:lstStyle/>
        <a:p>
          <a:endParaRPr lang="en-US"/>
        </a:p>
      </dgm:t>
    </dgm:pt>
    <dgm:pt modelId="{D24CC046-2826-4A6E-A405-E636C0E03DCA}">
      <dgm:prSet/>
      <dgm:spPr/>
      <dgm:t>
        <a:bodyPr/>
        <a:lstStyle/>
        <a:p>
          <a:r>
            <a:rPr lang="fr-FR" b="1"/>
            <a:t>Précision Globale :</a:t>
          </a:r>
          <a:r>
            <a:rPr lang="fr-FR"/>
            <a:t> </a:t>
          </a:r>
          <a:r>
            <a:rPr lang="fr-FR" b="1"/>
            <a:t>Accuracy sur l'Ensemble de Test</a:t>
          </a:r>
          <a:endParaRPr lang="en-US"/>
        </a:p>
      </dgm:t>
    </dgm:pt>
    <dgm:pt modelId="{DE0BE07C-2F55-4D9A-A894-79ADBF19A06F}" type="parTrans" cxnId="{773C5152-529E-4350-9D1E-6673703EA02A}">
      <dgm:prSet/>
      <dgm:spPr/>
      <dgm:t>
        <a:bodyPr/>
        <a:lstStyle/>
        <a:p>
          <a:endParaRPr lang="en-US"/>
        </a:p>
      </dgm:t>
    </dgm:pt>
    <dgm:pt modelId="{3F0AE426-B35C-4B04-882A-FF74F1388166}" type="sibTrans" cxnId="{773C5152-529E-4350-9D1E-6673703EA02A}">
      <dgm:prSet/>
      <dgm:spPr/>
      <dgm:t>
        <a:bodyPr/>
        <a:lstStyle/>
        <a:p>
          <a:endParaRPr lang="en-US"/>
        </a:p>
      </dgm:t>
    </dgm:pt>
    <dgm:pt modelId="{82D788B7-B6C8-42B7-95A7-697F26029387}">
      <dgm:prSet/>
      <dgm:spPr/>
      <dgm:t>
        <a:bodyPr/>
        <a:lstStyle/>
        <a:p>
          <a:r>
            <a:rPr lang="fr-FR" b="1" dirty="0"/>
            <a:t>Analyse Détaillée :</a:t>
          </a:r>
          <a:r>
            <a:rPr lang="fr-FR" dirty="0"/>
            <a:t> Rapport de Classification (F1-Score, Précision, Rappel) élevé sur l'ensemble des intentions, validant la robustesse.</a:t>
          </a:r>
          <a:endParaRPr lang="en-US" dirty="0"/>
        </a:p>
      </dgm:t>
    </dgm:pt>
    <dgm:pt modelId="{4AA218AB-FEE2-42CF-8AE7-16C9EC1B4864}" type="parTrans" cxnId="{58B19192-E7CF-408D-A0F4-73D1A89B55BF}">
      <dgm:prSet/>
      <dgm:spPr/>
      <dgm:t>
        <a:bodyPr/>
        <a:lstStyle/>
        <a:p>
          <a:endParaRPr lang="en-US"/>
        </a:p>
      </dgm:t>
    </dgm:pt>
    <dgm:pt modelId="{531F92A5-A25B-445F-8FD7-E103B390C4EE}" type="sibTrans" cxnId="{58B19192-E7CF-408D-A0F4-73D1A89B55BF}">
      <dgm:prSet/>
      <dgm:spPr/>
      <dgm:t>
        <a:bodyPr/>
        <a:lstStyle/>
        <a:p>
          <a:endParaRPr lang="en-US"/>
        </a:p>
      </dgm:t>
    </dgm:pt>
    <dgm:pt modelId="{78EBF5BE-93B4-41AE-B578-5CE4CADC8695}">
      <dgm:prSet/>
      <dgm:spPr/>
      <dgm:t>
        <a:bodyPr/>
        <a:lstStyle/>
        <a:p>
          <a:r>
            <a:rPr lang="fr-FR" b="1"/>
            <a:t>Artefact :</a:t>
          </a:r>
          <a:r>
            <a:rPr lang="fr-FR"/>
            <a:t> Poids entraînés sauvegardés dans le fichier </a:t>
          </a:r>
          <a:r>
            <a:rPr lang="fr-FR" b="1"/>
            <a:t>.pth</a:t>
          </a:r>
          <a:r>
            <a:rPr lang="fr-FR"/>
            <a:t> (chat_model_tfidf.pth).</a:t>
          </a:r>
          <a:endParaRPr lang="en-US"/>
        </a:p>
      </dgm:t>
    </dgm:pt>
    <dgm:pt modelId="{D829FF4B-F17D-4886-BE09-B1B065593583}" type="parTrans" cxnId="{9FBC2C85-4232-4FD9-A8B4-480202A1810F}">
      <dgm:prSet/>
      <dgm:spPr/>
      <dgm:t>
        <a:bodyPr/>
        <a:lstStyle/>
        <a:p>
          <a:endParaRPr lang="en-US"/>
        </a:p>
      </dgm:t>
    </dgm:pt>
    <dgm:pt modelId="{4F40739A-66D7-4A64-ACAE-80EB78F5036F}" type="sibTrans" cxnId="{9FBC2C85-4232-4FD9-A8B4-480202A1810F}">
      <dgm:prSet/>
      <dgm:spPr/>
      <dgm:t>
        <a:bodyPr/>
        <a:lstStyle/>
        <a:p>
          <a:endParaRPr lang="en-US"/>
        </a:p>
      </dgm:t>
    </dgm:pt>
    <dgm:pt modelId="{C83AF9A5-7411-4995-82CB-1B5C433D5635}" type="pres">
      <dgm:prSet presAssocID="{36AD6119-B694-4DB7-82D3-6C373E70DEEC}" presName="vert0" presStyleCnt="0">
        <dgm:presLayoutVars>
          <dgm:dir/>
          <dgm:animOne val="branch"/>
          <dgm:animLvl val="lvl"/>
        </dgm:presLayoutVars>
      </dgm:prSet>
      <dgm:spPr/>
    </dgm:pt>
    <dgm:pt modelId="{51235A17-B5AB-4436-9B4C-94B12926F527}" type="pres">
      <dgm:prSet presAssocID="{4550CFCC-1B3B-4384-A295-05C29BEC6A01}" presName="thickLine" presStyleLbl="alignNode1" presStyleIdx="0" presStyleCnt="4"/>
      <dgm:spPr/>
    </dgm:pt>
    <dgm:pt modelId="{4A3823DE-83AF-4799-BF87-9B6EB7901EE0}" type="pres">
      <dgm:prSet presAssocID="{4550CFCC-1B3B-4384-A295-05C29BEC6A01}" presName="horz1" presStyleCnt="0"/>
      <dgm:spPr/>
    </dgm:pt>
    <dgm:pt modelId="{2421250C-2E1F-4BAF-AC75-3076DC0356C8}" type="pres">
      <dgm:prSet presAssocID="{4550CFCC-1B3B-4384-A295-05C29BEC6A01}" presName="tx1" presStyleLbl="revTx" presStyleIdx="0" presStyleCnt="4"/>
      <dgm:spPr/>
    </dgm:pt>
    <dgm:pt modelId="{57B80394-1805-470E-ABE2-C5C35098A9A4}" type="pres">
      <dgm:prSet presAssocID="{4550CFCC-1B3B-4384-A295-05C29BEC6A01}" presName="vert1" presStyleCnt="0"/>
      <dgm:spPr/>
    </dgm:pt>
    <dgm:pt modelId="{874D5186-B700-4A23-B5ED-662F77771FE0}" type="pres">
      <dgm:prSet presAssocID="{D24CC046-2826-4A6E-A405-E636C0E03DCA}" presName="thickLine" presStyleLbl="alignNode1" presStyleIdx="1" presStyleCnt="4"/>
      <dgm:spPr/>
    </dgm:pt>
    <dgm:pt modelId="{7A900E4F-1A19-474C-9038-B95C702E50E8}" type="pres">
      <dgm:prSet presAssocID="{D24CC046-2826-4A6E-A405-E636C0E03DCA}" presName="horz1" presStyleCnt="0"/>
      <dgm:spPr/>
    </dgm:pt>
    <dgm:pt modelId="{07FA5452-3506-4F71-8B1D-FF975658BF2E}" type="pres">
      <dgm:prSet presAssocID="{D24CC046-2826-4A6E-A405-E636C0E03DCA}" presName="tx1" presStyleLbl="revTx" presStyleIdx="1" presStyleCnt="4"/>
      <dgm:spPr/>
    </dgm:pt>
    <dgm:pt modelId="{606FB0EB-3F49-4C9F-BBA8-5B989D052D21}" type="pres">
      <dgm:prSet presAssocID="{D24CC046-2826-4A6E-A405-E636C0E03DCA}" presName="vert1" presStyleCnt="0"/>
      <dgm:spPr/>
    </dgm:pt>
    <dgm:pt modelId="{E3FC1673-16E1-468F-A2DD-E9D483E9FF7B}" type="pres">
      <dgm:prSet presAssocID="{82D788B7-B6C8-42B7-95A7-697F26029387}" presName="thickLine" presStyleLbl="alignNode1" presStyleIdx="2" presStyleCnt="4"/>
      <dgm:spPr/>
    </dgm:pt>
    <dgm:pt modelId="{FB25D881-78FE-4CF8-9A59-EB3C8BF13318}" type="pres">
      <dgm:prSet presAssocID="{82D788B7-B6C8-42B7-95A7-697F26029387}" presName="horz1" presStyleCnt="0"/>
      <dgm:spPr/>
    </dgm:pt>
    <dgm:pt modelId="{DABA823B-8BAC-41B7-AA3C-979EB2C1FB1B}" type="pres">
      <dgm:prSet presAssocID="{82D788B7-B6C8-42B7-95A7-697F26029387}" presName="tx1" presStyleLbl="revTx" presStyleIdx="2" presStyleCnt="4"/>
      <dgm:spPr/>
    </dgm:pt>
    <dgm:pt modelId="{BDD3E515-580C-4A64-8D66-56E427F00F77}" type="pres">
      <dgm:prSet presAssocID="{82D788B7-B6C8-42B7-95A7-697F26029387}" presName="vert1" presStyleCnt="0"/>
      <dgm:spPr/>
    </dgm:pt>
    <dgm:pt modelId="{B491FB33-8D31-4AC6-A2A1-C8DB309E4F99}" type="pres">
      <dgm:prSet presAssocID="{78EBF5BE-93B4-41AE-B578-5CE4CADC8695}" presName="thickLine" presStyleLbl="alignNode1" presStyleIdx="3" presStyleCnt="4"/>
      <dgm:spPr/>
    </dgm:pt>
    <dgm:pt modelId="{38ED500A-9DA4-4B7C-AE63-68D9787C0935}" type="pres">
      <dgm:prSet presAssocID="{78EBF5BE-93B4-41AE-B578-5CE4CADC8695}" presName="horz1" presStyleCnt="0"/>
      <dgm:spPr/>
    </dgm:pt>
    <dgm:pt modelId="{BDF4DCA1-AC2A-408F-AF6D-621B8B57B937}" type="pres">
      <dgm:prSet presAssocID="{78EBF5BE-93B4-41AE-B578-5CE4CADC8695}" presName="tx1" presStyleLbl="revTx" presStyleIdx="3" presStyleCnt="4"/>
      <dgm:spPr/>
    </dgm:pt>
    <dgm:pt modelId="{D2922117-B1B1-4156-8EEE-1EE069B0BD18}" type="pres">
      <dgm:prSet presAssocID="{78EBF5BE-93B4-41AE-B578-5CE4CADC8695}" presName="vert1" presStyleCnt="0"/>
      <dgm:spPr/>
    </dgm:pt>
  </dgm:ptLst>
  <dgm:cxnLst>
    <dgm:cxn modelId="{4A69ED05-77F6-4309-920A-1A1CDC55CBB7}" srcId="{36AD6119-B694-4DB7-82D3-6C373E70DEEC}" destId="{4550CFCC-1B3B-4384-A295-05C29BEC6A01}" srcOrd="0" destOrd="0" parTransId="{3C4A991F-8526-40AF-8FDC-867E887E6298}" sibTransId="{D259D809-67A6-47A1-B41C-15BCE9BFB7AF}"/>
    <dgm:cxn modelId="{01F94C13-95C7-4FA5-AD99-CA5CE650DB66}" type="presOf" srcId="{78EBF5BE-93B4-41AE-B578-5CE4CADC8695}" destId="{BDF4DCA1-AC2A-408F-AF6D-621B8B57B937}" srcOrd="0" destOrd="0" presId="urn:microsoft.com/office/officeart/2008/layout/LinedList"/>
    <dgm:cxn modelId="{773C5152-529E-4350-9D1E-6673703EA02A}" srcId="{36AD6119-B694-4DB7-82D3-6C373E70DEEC}" destId="{D24CC046-2826-4A6E-A405-E636C0E03DCA}" srcOrd="1" destOrd="0" parTransId="{DE0BE07C-2F55-4D9A-A894-79ADBF19A06F}" sibTransId="{3F0AE426-B35C-4B04-882A-FF74F1388166}"/>
    <dgm:cxn modelId="{37CA8976-4052-46CB-8D2B-37335212783F}" type="presOf" srcId="{82D788B7-B6C8-42B7-95A7-697F26029387}" destId="{DABA823B-8BAC-41B7-AA3C-979EB2C1FB1B}" srcOrd="0" destOrd="0" presId="urn:microsoft.com/office/officeart/2008/layout/LinedList"/>
    <dgm:cxn modelId="{9FBC2C85-4232-4FD9-A8B4-480202A1810F}" srcId="{36AD6119-B694-4DB7-82D3-6C373E70DEEC}" destId="{78EBF5BE-93B4-41AE-B578-5CE4CADC8695}" srcOrd="3" destOrd="0" parTransId="{D829FF4B-F17D-4886-BE09-B1B065593583}" sibTransId="{4F40739A-66D7-4A64-ACAE-80EB78F5036F}"/>
    <dgm:cxn modelId="{58B19192-E7CF-408D-A0F4-73D1A89B55BF}" srcId="{36AD6119-B694-4DB7-82D3-6C373E70DEEC}" destId="{82D788B7-B6C8-42B7-95A7-697F26029387}" srcOrd="2" destOrd="0" parTransId="{4AA218AB-FEE2-42CF-8AE7-16C9EC1B4864}" sibTransId="{531F92A5-A25B-445F-8FD7-E103B390C4EE}"/>
    <dgm:cxn modelId="{170DDB94-3699-41F1-8DF4-75A4362A6A37}" type="presOf" srcId="{D24CC046-2826-4A6E-A405-E636C0E03DCA}" destId="{07FA5452-3506-4F71-8B1D-FF975658BF2E}" srcOrd="0" destOrd="0" presId="urn:microsoft.com/office/officeart/2008/layout/LinedList"/>
    <dgm:cxn modelId="{7E5241A8-12FF-4603-AB7B-99927E5D6A8E}" type="presOf" srcId="{36AD6119-B694-4DB7-82D3-6C373E70DEEC}" destId="{C83AF9A5-7411-4995-82CB-1B5C433D5635}" srcOrd="0" destOrd="0" presId="urn:microsoft.com/office/officeart/2008/layout/LinedList"/>
    <dgm:cxn modelId="{299CC9E3-265B-4E4F-8ABB-ED0D2F98C5E4}" type="presOf" srcId="{4550CFCC-1B3B-4384-A295-05C29BEC6A01}" destId="{2421250C-2E1F-4BAF-AC75-3076DC0356C8}" srcOrd="0" destOrd="0" presId="urn:microsoft.com/office/officeart/2008/layout/LinedList"/>
    <dgm:cxn modelId="{BB7D2FA3-E705-4D22-B8D7-591B32E1D901}" type="presParOf" srcId="{C83AF9A5-7411-4995-82CB-1B5C433D5635}" destId="{51235A17-B5AB-4436-9B4C-94B12926F527}" srcOrd="0" destOrd="0" presId="urn:microsoft.com/office/officeart/2008/layout/LinedList"/>
    <dgm:cxn modelId="{1337E820-9E6D-4F74-945A-41441C75A2AB}" type="presParOf" srcId="{C83AF9A5-7411-4995-82CB-1B5C433D5635}" destId="{4A3823DE-83AF-4799-BF87-9B6EB7901EE0}" srcOrd="1" destOrd="0" presId="urn:microsoft.com/office/officeart/2008/layout/LinedList"/>
    <dgm:cxn modelId="{FE6BB023-4658-4F64-BA4D-056857F15C67}" type="presParOf" srcId="{4A3823DE-83AF-4799-BF87-9B6EB7901EE0}" destId="{2421250C-2E1F-4BAF-AC75-3076DC0356C8}" srcOrd="0" destOrd="0" presId="urn:microsoft.com/office/officeart/2008/layout/LinedList"/>
    <dgm:cxn modelId="{D7A42EF1-9384-44CB-88B3-A6F68EE62897}" type="presParOf" srcId="{4A3823DE-83AF-4799-BF87-9B6EB7901EE0}" destId="{57B80394-1805-470E-ABE2-C5C35098A9A4}" srcOrd="1" destOrd="0" presId="urn:microsoft.com/office/officeart/2008/layout/LinedList"/>
    <dgm:cxn modelId="{A9EACD5A-8542-443B-B821-B7DC95A30058}" type="presParOf" srcId="{C83AF9A5-7411-4995-82CB-1B5C433D5635}" destId="{874D5186-B700-4A23-B5ED-662F77771FE0}" srcOrd="2" destOrd="0" presId="urn:microsoft.com/office/officeart/2008/layout/LinedList"/>
    <dgm:cxn modelId="{86F9604B-0FFD-4208-8909-35A6A31ED726}" type="presParOf" srcId="{C83AF9A5-7411-4995-82CB-1B5C433D5635}" destId="{7A900E4F-1A19-474C-9038-B95C702E50E8}" srcOrd="3" destOrd="0" presId="urn:microsoft.com/office/officeart/2008/layout/LinedList"/>
    <dgm:cxn modelId="{FCC09D23-579E-423B-934B-D17B0A624101}" type="presParOf" srcId="{7A900E4F-1A19-474C-9038-B95C702E50E8}" destId="{07FA5452-3506-4F71-8B1D-FF975658BF2E}" srcOrd="0" destOrd="0" presId="urn:microsoft.com/office/officeart/2008/layout/LinedList"/>
    <dgm:cxn modelId="{ECCAD7DD-DAFC-4065-BD9F-CE872A06092C}" type="presParOf" srcId="{7A900E4F-1A19-474C-9038-B95C702E50E8}" destId="{606FB0EB-3F49-4C9F-BBA8-5B989D052D21}" srcOrd="1" destOrd="0" presId="urn:microsoft.com/office/officeart/2008/layout/LinedList"/>
    <dgm:cxn modelId="{E01756A6-6C5D-459C-8B7B-17A881E03F91}" type="presParOf" srcId="{C83AF9A5-7411-4995-82CB-1B5C433D5635}" destId="{E3FC1673-16E1-468F-A2DD-E9D483E9FF7B}" srcOrd="4" destOrd="0" presId="urn:microsoft.com/office/officeart/2008/layout/LinedList"/>
    <dgm:cxn modelId="{9CDFB6ED-11D0-411A-B0E2-590891654F26}" type="presParOf" srcId="{C83AF9A5-7411-4995-82CB-1B5C433D5635}" destId="{FB25D881-78FE-4CF8-9A59-EB3C8BF13318}" srcOrd="5" destOrd="0" presId="urn:microsoft.com/office/officeart/2008/layout/LinedList"/>
    <dgm:cxn modelId="{279AF264-8CEC-434C-84B1-7076DA811ED8}" type="presParOf" srcId="{FB25D881-78FE-4CF8-9A59-EB3C8BF13318}" destId="{DABA823B-8BAC-41B7-AA3C-979EB2C1FB1B}" srcOrd="0" destOrd="0" presId="urn:microsoft.com/office/officeart/2008/layout/LinedList"/>
    <dgm:cxn modelId="{25DB6BD2-99AA-444B-95A1-1A0256E367A4}" type="presParOf" srcId="{FB25D881-78FE-4CF8-9A59-EB3C8BF13318}" destId="{BDD3E515-580C-4A64-8D66-56E427F00F77}" srcOrd="1" destOrd="0" presId="urn:microsoft.com/office/officeart/2008/layout/LinedList"/>
    <dgm:cxn modelId="{F0DE6C44-BB44-4659-B031-8654702B0ECD}" type="presParOf" srcId="{C83AF9A5-7411-4995-82CB-1B5C433D5635}" destId="{B491FB33-8D31-4AC6-A2A1-C8DB309E4F99}" srcOrd="6" destOrd="0" presId="urn:microsoft.com/office/officeart/2008/layout/LinedList"/>
    <dgm:cxn modelId="{22E75E9E-B603-4B4B-8829-E3FC496C62F3}" type="presParOf" srcId="{C83AF9A5-7411-4995-82CB-1B5C433D5635}" destId="{38ED500A-9DA4-4B7C-AE63-68D9787C0935}" srcOrd="7" destOrd="0" presId="urn:microsoft.com/office/officeart/2008/layout/LinedList"/>
    <dgm:cxn modelId="{67255ED5-D340-480D-82C7-DF07721CE400}" type="presParOf" srcId="{38ED500A-9DA4-4B7C-AE63-68D9787C0935}" destId="{BDF4DCA1-AC2A-408F-AF6D-621B8B57B937}" srcOrd="0" destOrd="0" presId="urn:microsoft.com/office/officeart/2008/layout/LinedList"/>
    <dgm:cxn modelId="{DECFFB3E-10E2-43F8-9A27-C96C7B54F0E0}" type="presParOf" srcId="{38ED500A-9DA4-4B7C-AE63-68D9787C0935}" destId="{D2922117-B1B1-4156-8EEE-1EE069B0BD1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797F461-2C48-4D83-9258-CF389257C7B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946F11D-F4E9-4389-93FD-1DD9FC3CFC29}">
      <dgm:prSet/>
      <dgm:spPr/>
      <dgm:t>
        <a:bodyPr/>
        <a:lstStyle/>
        <a:p>
          <a:r>
            <a:rPr lang="en-US" b="1"/>
            <a:t>Interface :</a:t>
          </a:r>
          <a:r>
            <a:rPr lang="en-US"/>
            <a:t> Application cliente </a:t>
          </a:r>
          <a:r>
            <a:rPr lang="en-US" b="1"/>
            <a:t>ModernChatApp</a:t>
          </a:r>
          <a:r>
            <a:rPr lang="en-US"/>
            <a:t> développée en </a:t>
          </a:r>
          <a:r>
            <a:rPr lang="en-US" b="1"/>
            <a:t>Tkinter</a:t>
          </a:r>
          <a:r>
            <a:rPr lang="en-US"/>
            <a:t> (</a:t>
          </a:r>
          <a:r>
            <a:rPr lang="en-US" i="1"/>
            <a:t>stand-alone</a:t>
          </a:r>
          <a:r>
            <a:rPr lang="en-US"/>
            <a:t>).</a:t>
          </a:r>
        </a:p>
      </dgm:t>
    </dgm:pt>
    <dgm:pt modelId="{08017F51-3C88-4E2C-B652-9B885B1AA40E}" type="parTrans" cxnId="{9FC149F6-1C95-4DEF-B690-9ADB37C731CB}">
      <dgm:prSet/>
      <dgm:spPr/>
      <dgm:t>
        <a:bodyPr/>
        <a:lstStyle/>
        <a:p>
          <a:endParaRPr lang="en-US"/>
        </a:p>
      </dgm:t>
    </dgm:pt>
    <dgm:pt modelId="{C7BF2A17-323B-4652-B297-5866CF6091E4}" type="sibTrans" cxnId="{9FC149F6-1C95-4DEF-B690-9ADB37C731CB}">
      <dgm:prSet/>
      <dgm:spPr/>
      <dgm:t>
        <a:bodyPr/>
        <a:lstStyle/>
        <a:p>
          <a:endParaRPr lang="en-US"/>
        </a:p>
      </dgm:t>
    </dgm:pt>
    <dgm:pt modelId="{C58104DA-68B5-4A39-978C-B0DCCC07F414}">
      <dgm:prSet/>
      <dgm:spPr/>
      <dgm:t>
        <a:bodyPr/>
        <a:lstStyle/>
        <a:p>
          <a:r>
            <a:rPr lang="fr-FR" b="1"/>
            <a:t>Performance Asynchrone :</a:t>
          </a:r>
          <a:r>
            <a:rPr lang="fr-FR"/>
            <a:t> Utilisation du </a:t>
          </a:r>
          <a:r>
            <a:rPr lang="fr-FR" b="1"/>
            <a:t>Threading Python</a:t>
          </a:r>
          <a:r>
            <a:rPr lang="fr-FR"/>
            <a:t> pour l'exécution non-bloquante de la prédiction du modèle.</a:t>
          </a:r>
          <a:endParaRPr lang="en-US"/>
        </a:p>
      </dgm:t>
    </dgm:pt>
    <dgm:pt modelId="{80EDE70A-1FA0-47C7-9457-4A4D2953A581}" type="parTrans" cxnId="{220B5EA6-EB8F-4C45-92C4-5A7D38AAFF88}">
      <dgm:prSet/>
      <dgm:spPr/>
      <dgm:t>
        <a:bodyPr/>
        <a:lstStyle/>
        <a:p>
          <a:endParaRPr lang="en-US"/>
        </a:p>
      </dgm:t>
    </dgm:pt>
    <dgm:pt modelId="{6F83ACA5-E64C-44CE-BE23-23C9FBE4C8C7}" type="sibTrans" cxnId="{220B5EA6-EB8F-4C45-92C4-5A7D38AAFF88}">
      <dgm:prSet/>
      <dgm:spPr/>
      <dgm:t>
        <a:bodyPr/>
        <a:lstStyle/>
        <a:p>
          <a:endParaRPr lang="en-US"/>
        </a:p>
      </dgm:t>
    </dgm:pt>
    <dgm:pt modelId="{D905A9F9-404F-4DEC-B2B5-979A99C689A9}">
      <dgm:prSet/>
      <dgm:spPr/>
      <dgm:t>
        <a:bodyPr/>
        <a:lstStyle/>
        <a:p>
          <a:r>
            <a:rPr lang="fr-FR" b="1"/>
            <a:t>Avantage UX :</a:t>
          </a:r>
          <a:r>
            <a:rPr lang="fr-FR"/>
            <a:t> Le GUI reste réactif (affichage "typing...") pendant que la prédiction s'exécute en arrière-plan.</a:t>
          </a:r>
          <a:endParaRPr lang="en-US"/>
        </a:p>
      </dgm:t>
    </dgm:pt>
    <dgm:pt modelId="{AA7092FD-7FCB-44F6-BD44-1D363557DC89}" type="parTrans" cxnId="{06006E35-9E3D-4CD9-B66E-992DD16D6153}">
      <dgm:prSet/>
      <dgm:spPr/>
      <dgm:t>
        <a:bodyPr/>
        <a:lstStyle/>
        <a:p>
          <a:endParaRPr lang="en-US"/>
        </a:p>
      </dgm:t>
    </dgm:pt>
    <dgm:pt modelId="{AE936228-8D03-4F43-8046-878561BF8D4D}" type="sibTrans" cxnId="{06006E35-9E3D-4CD9-B66E-992DD16D6153}">
      <dgm:prSet/>
      <dgm:spPr/>
      <dgm:t>
        <a:bodyPr/>
        <a:lstStyle/>
        <a:p>
          <a:endParaRPr lang="en-US"/>
        </a:p>
      </dgm:t>
    </dgm:pt>
    <dgm:pt modelId="{A0A55A5C-2B87-4969-9CE4-EE73E8FFAC62}" type="pres">
      <dgm:prSet presAssocID="{E797F461-2C48-4D83-9258-CF389257C7B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339957D-2F9D-446D-88BA-02BFE86367FD}" type="pres">
      <dgm:prSet presAssocID="{A946F11D-F4E9-4389-93FD-1DD9FC3CFC29}" presName="hierRoot1" presStyleCnt="0"/>
      <dgm:spPr/>
    </dgm:pt>
    <dgm:pt modelId="{DBBD13CA-365F-49D6-AEF0-A69832E22761}" type="pres">
      <dgm:prSet presAssocID="{A946F11D-F4E9-4389-93FD-1DD9FC3CFC29}" presName="composite" presStyleCnt="0"/>
      <dgm:spPr/>
    </dgm:pt>
    <dgm:pt modelId="{DDB940BB-394A-4F28-9A76-884EF9720A89}" type="pres">
      <dgm:prSet presAssocID="{A946F11D-F4E9-4389-93FD-1DD9FC3CFC29}" presName="background" presStyleLbl="node0" presStyleIdx="0" presStyleCnt="3"/>
      <dgm:spPr/>
    </dgm:pt>
    <dgm:pt modelId="{215677FC-A4FE-4CDB-B9B1-7E65B2228C05}" type="pres">
      <dgm:prSet presAssocID="{A946F11D-F4E9-4389-93FD-1DD9FC3CFC29}" presName="text" presStyleLbl="fgAcc0" presStyleIdx="0" presStyleCnt="3">
        <dgm:presLayoutVars>
          <dgm:chPref val="3"/>
        </dgm:presLayoutVars>
      </dgm:prSet>
      <dgm:spPr/>
    </dgm:pt>
    <dgm:pt modelId="{7F7825A4-738B-4224-8FDA-6059D5A1B102}" type="pres">
      <dgm:prSet presAssocID="{A946F11D-F4E9-4389-93FD-1DD9FC3CFC29}" presName="hierChild2" presStyleCnt="0"/>
      <dgm:spPr/>
    </dgm:pt>
    <dgm:pt modelId="{AF59116B-5E31-4818-B36C-0783270111D5}" type="pres">
      <dgm:prSet presAssocID="{C58104DA-68B5-4A39-978C-B0DCCC07F414}" presName="hierRoot1" presStyleCnt="0"/>
      <dgm:spPr/>
    </dgm:pt>
    <dgm:pt modelId="{15F8DB98-034C-4533-AC61-95F7E1295412}" type="pres">
      <dgm:prSet presAssocID="{C58104DA-68B5-4A39-978C-B0DCCC07F414}" presName="composite" presStyleCnt="0"/>
      <dgm:spPr/>
    </dgm:pt>
    <dgm:pt modelId="{44D374B3-A280-4D2A-A70E-CB78D0791265}" type="pres">
      <dgm:prSet presAssocID="{C58104DA-68B5-4A39-978C-B0DCCC07F414}" presName="background" presStyleLbl="node0" presStyleIdx="1" presStyleCnt="3"/>
      <dgm:spPr/>
    </dgm:pt>
    <dgm:pt modelId="{21F75FEB-9113-42ED-AF7D-9738393736E7}" type="pres">
      <dgm:prSet presAssocID="{C58104DA-68B5-4A39-978C-B0DCCC07F414}" presName="text" presStyleLbl="fgAcc0" presStyleIdx="1" presStyleCnt="3">
        <dgm:presLayoutVars>
          <dgm:chPref val="3"/>
        </dgm:presLayoutVars>
      </dgm:prSet>
      <dgm:spPr/>
    </dgm:pt>
    <dgm:pt modelId="{5C692B54-E3FB-48DB-97D6-2ECACAF817C1}" type="pres">
      <dgm:prSet presAssocID="{C58104DA-68B5-4A39-978C-B0DCCC07F414}" presName="hierChild2" presStyleCnt="0"/>
      <dgm:spPr/>
    </dgm:pt>
    <dgm:pt modelId="{7CDF7A07-BE25-43A1-B1C0-3767564E5708}" type="pres">
      <dgm:prSet presAssocID="{D905A9F9-404F-4DEC-B2B5-979A99C689A9}" presName="hierRoot1" presStyleCnt="0"/>
      <dgm:spPr/>
    </dgm:pt>
    <dgm:pt modelId="{07CD4713-8422-4C6F-8F3C-AA48F535542F}" type="pres">
      <dgm:prSet presAssocID="{D905A9F9-404F-4DEC-B2B5-979A99C689A9}" presName="composite" presStyleCnt="0"/>
      <dgm:spPr/>
    </dgm:pt>
    <dgm:pt modelId="{8D1E0B45-5FD0-4EF0-9E22-78F5106BD88A}" type="pres">
      <dgm:prSet presAssocID="{D905A9F9-404F-4DEC-B2B5-979A99C689A9}" presName="background" presStyleLbl="node0" presStyleIdx="2" presStyleCnt="3"/>
      <dgm:spPr/>
    </dgm:pt>
    <dgm:pt modelId="{91AE751F-E716-46FD-B601-1DA7D8C4F78E}" type="pres">
      <dgm:prSet presAssocID="{D905A9F9-404F-4DEC-B2B5-979A99C689A9}" presName="text" presStyleLbl="fgAcc0" presStyleIdx="2" presStyleCnt="3">
        <dgm:presLayoutVars>
          <dgm:chPref val="3"/>
        </dgm:presLayoutVars>
      </dgm:prSet>
      <dgm:spPr/>
    </dgm:pt>
    <dgm:pt modelId="{4D6AE5E1-534F-472D-88FD-02BA7070312C}" type="pres">
      <dgm:prSet presAssocID="{D905A9F9-404F-4DEC-B2B5-979A99C689A9}" presName="hierChild2" presStyleCnt="0"/>
      <dgm:spPr/>
    </dgm:pt>
  </dgm:ptLst>
  <dgm:cxnLst>
    <dgm:cxn modelId="{06006E35-9E3D-4CD9-B66E-992DD16D6153}" srcId="{E797F461-2C48-4D83-9258-CF389257C7B5}" destId="{D905A9F9-404F-4DEC-B2B5-979A99C689A9}" srcOrd="2" destOrd="0" parTransId="{AA7092FD-7FCB-44F6-BD44-1D363557DC89}" sibTransId="{AE936228-8D03-4F43-8046-878561BF8D4D}"/>
    <dgm:cxn modelId="{220B5EA6-EB8F-4C45-92C4-5A7D38AAFF88}" srcId="{E797F461-2C48-4D83-9258-CF389257C7B5}" destId="{C58104DA-68B5-4A39-978C-B0DCCC07F414}" srcOrd="1" destOrd="0" parTransId="{80EDE70A-1FA0-47C7-9457-4A4D2953A581}" sibTransId="{6F83ACA5-E64C-44CE-BE23-23C9FBE4C8C7}"/>
    <dgm:cxn modelId="{7A5470B7-7BC6-4CBB-9BFC-72BEFC1D58FA}" type="presOf" srcId="{D905A9F9-404F-4DEC-B2B5-979A99C689A9}" destId="{91AE751F-E716-46FD-B601-1DA7D8C4F78E}" srcOrd="0" destOrd="0" presId="urn:microsoft.com/office/officeart/2005/8/layout/hierarchy1"/>
    <dgm:cxn modelId="{25FB45BF-3E96-4B4A-B57F-54D3E50F0A63}" type="presOf" srcId="{E797F461-2C48-4D83-9258-CF389257C7B5}" destId="{A0A55A5C-2B87-4969-9CE4-EE73E8FFAC62}" srcOrd="0" destOrd="0" presId="urn:microsoft.com/office/officeart/2005/8/layout/hierarchy1"/>
    <dgm:cxn modelId="{1443C1E7-0266-4C06-A1B4-C45DE8D5E3DC}" type="presOf" srcId="{C58104DA-68B5-4A39-978C-B0DCCC07F414}" destId="{21F75FEB-9113-42ED-AF7D-9738393736E7}" srcOrd="0" destOrd="0" presId="urn:microsoft.com/office/officeart/2005/8/layout/hierarchy1"/>
    <dgm:cxn modelId="{094EC1F2-6ECB-4756-AEA0-3ADAFBB3214C}" type="presOf" srcId="{A946F11D-F4E9-4389-93FD-1DD9FC3CFC29}" destId="{215677FC-A4FE-4CDB-B9B1-7E65B2228C05}" srcOrd="0" destOrd="0" presId="urn:microsoft.com/office/officeart/2005/8/layout/hierarchy1"/>
    <dgm:cxn modelId="{9FC149F6-1C95-4DEF-B690-9ADB37C731CB}" srcId="{E797F461-2C48-4D83-9258-CF389257C7B5}" destId="{A946F11D-F4E9-4389-93FD-1DD9FC3CFC29}" srcOrd="0" destOrd="0" parTransId="{08017F51-3C88-4E2C-B652-9B885B1AA40E}" sibTransId="{C7BF2A17-323B-4652-B297-5866CF6091E4}"/>
    <dgm:cxn modelId="{77DCE53E-F231-45B8-9ACF-8F8DD73E7F4D}" type="presParOf" srcId="{A0A55A5C-2B87-4969-9CE4-EE73E8FFAC62}" destId="{7339957D-2F9D-446D-88BA-02BFE86367FD}" srcOrd="0" destOrd="0" presId="urn:microsoft.com/office/officeart/2005/8/layout/hierarchy1"/>
    <dgm:cxn modelId="{C49F9D48-FD14-492E-BD05-9052DC455E2F}" type="presParOf" srcId="{7339957D-2F9D-446D-88BA-02BFE86367FD}" destId="{DBBD13CA-365F-49D6-AEF0-A69832E22761}" srcOrd="0" destOrd="0" presId="urn:microsoft.com/office/officeart/2005/8/layout/hierarchy1"/>
    <dgm:cxn modelId="{A989CCDA-FF54-4205-B31B-40A46650B4D0}" type="presParOf" srcId="{DBBD13CA-365F-49D6-AEF0-A69832E22761}" destId="{DDB940BB-394A-4F28-9A76-884EF9720A89}" srcOrd="0" destOrd="0" presId="urn:microsoft.com/office/officeart/2005/8/layout/hierarchy1"/>
    <dgm:cxn modelId="{A3BC5B46-7446-4C8E-ABF0-B173CC4DE56D}" type="presParOf" srcId="{DBBD13CA-365F-49D6-AEF0-A69832E22761}" destId="{215677FC-A4FE-4CDB-B9B1-7E65B2228C05}" srcOrd="1" destOrd="0" presId="urn:microsoft.com/office/officeart/2005/8/layout/hierarchy1"/>
    <dgm:cxn modelId="{23E7BB62-34A3-4681-A1F5-0FC7DF943B21}" type="presParOf" srcId="{7339957D-2F9D-446D-88BA-02BFE86367FD}" destId="{7F7825A4-738B-4224-8FDA-6059D5A1B102}" srcOrd="1" destOrd="0" presId="urn:microsoft.com/office/officeart/2005/8/layout/hierarchy1"/>
    <dgm:cxn modelId="{C4EB4A2A-8857-43E8-BE05-DE3403273B3D}" type="presParOf" srcId="{A0A55A5C-2B87-4969-9CE4-EE73E8FFAC62}" destId="{AF59116B-5E31-4818-B36C-0783270111D5}" srcOrd="1" destOrd="0" presId="urn:microsoft.com/office/officeart/2005/8/layout/hierarchy1"/>
    <dgm:cxn modelId="{9E0240EB-0D79-4E11-AAF0-B54A64234343}" type="presParOf" srcId="{AF59116B-5E31-4818-B36C-0783270111D5}" destId="{15F8DB98-034C-4533-AC61-95F7E1295412}" srcOrd="0" destOrd="0" presId="urn:microsoft.com/office/officeart/2005/8/layout/hierarchy1"/>
    <dgm:cxn modelId="{0B7600F3-03D7-4C56-BC7F-AE0C26D86EF3}" type="presParOf" srcId="{15F8DB98-034C-4533-AC61-95F7E1295412}" destId="{44D374B3-A280-4D2A-A70E-CB78D0791265}" srcOrd="0" destOrd="0" presId="urn:microsoft.com/office/officeart/2005/8/layout/hierarchy1"/>
    <dgm:cxn modelId="{CAAB317A-83A9-45E7-A062-46D62AB3A9B3}" type="presParOf" srcId="{15F8DB98-034C-4533-AC61-95F7E1295412}" destId="{21F75FEB-9113-42ED-AF7D-9738393736E7}" srcOrd="1" destOrd="0" presId="urn:microsoft.com/office/officeart/2005/8/layout/hierarchy1"/>
    <dgm:cxn modelId="{E4C1B497-40CB-45C7-9FE1-6E8C6E7C715C}" type="presParOf" srcId="{AF59116B-5E31-4818-B36C-0783270111D5}" destId="{5C692B54-E3FB-48DB-97D6-2ECACAF817C1}" srcOrd="1" destOrd="0" presId="urn:microsoft.com/office/officeart/2005/8/layout/hierarchy1"/>
    <dgm:cxn modelId="{0F6FD331-3EAE-4758-ABD9-3DBC7E78FF73}" type="presParOf" srcId="{A0A55A5C-2B87-4969-9CE4-EE73E8FFAC62}" destId="{7CDF7A07-BE25-43A1-B1C0-3767564E5708}" srcOrd="2" destOrd="0" presId="urn:microsoft.com/office/officeart/2005/8/layout/hierarchy1"/>
    <dgm:cxn modelId="{9C7C454D-F80E-4935-92BF-CE188426D01D}" type="presParOf" srcId="{7CDF7A07-BE25-43A1-B1C0-3767564E5708}" destId="{07CD4713-8422-4C6F-8F3C-AA48F535542F}" srcOrd="0" destOrd="0" presId="urn:microsoft.com/office/officeart/2005/8/layout/hierarchy1"/>
    <dgm:cxn modelId="{ECC2798B-8253-4CEB-89D1-F1651002909B}" type="presParOf" srcId="{07CD4713-8422-4C6F-8F3C-AA48F535542F}" destId="{8D1E0B45-5FD0-4EF0-9E22-78F5106BD88A}" srcOrd="0" destOrd="0" presId="urn:microsoft.com/office/officeart/2005/8/layout/hierarchy1"/>
    <dgm:cxn modelId="{01EB3DDA-6322-4898-83D8-A02054872BEA}" type="presParOf" srcId="{07CD4713-8422-4C6F-8F3C-AA48F535542F}" destId="{91AE751F-E716-46FD-B601-1DA7D8C4F78E}" srcOrd="1" destOrd="0" presId="urn:microsoft.com/office/officeart/2005/8/layout/hierarchy1"/>
    <dgm:cxn modelId="{1366131E-C412-435D-B91D-F0B5004455B5}" type="presParOf" srcId="{7CDF7A07-BE25-43A1-B1C0-3767564E5708}" destId="{4D6AE5E1-534F-472D-88FD-02BA7070312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3A2C373-DC29-43DB-AA9E-F9A1019D0F6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59C8853-5B50-44B6-87B2-D1FFDEBB6CCD}">
      <dgm:prSet/>
      <dgm:spPr/>
      <dgm:t>
        <a:bodyPr/>
        <a:lstStyle/>
        <a:p>
          <a:r>
            <a:rPr lang="fr-FR" b="1">
              <a:hlinkClick xmlns:r="http://schemas.openxmlformats.org/officeDocument/2006/relationships" r:id="rId1"/>
            </a:rPr>
            <a:t>https://chatbotsmagazine.com/contextual-chat-bots-with-tensorflow-4391749d0077</a:t>
          </a:r>
          <a:endParaRPr lang="en-US"/>
        </a:p>
      </dgm:t>
    </dgm:pt>
    <dgm:pt modelId="{FE189743-7BA2-4658-8F30-F5EC03AE45F4}" type="parTrans" cxnId="{BD1B5A56-E7C8-4B00-8B26-51A57253CE37}">
      <dgm:prSet/>
      <dgm:spPr/>
      <dgm:t>
        <a:bodyPr/>
        <a:lstStyle/>
        <a:p>
          <a:endParaRPr lang="en-US"/>
        </a:p>
      </dgm:t>
    </dgm:pt>
    <dgm:pt modelId="{EE178A84-A496-4C89-AE28-58333CBBB77B}" type="sibTrans" cxnId="{BD1B5A56-E7C8-4B00-8B26-51A57253CE37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B2BF4B85-47F4-49C9-B086-EB7B56D317BD}">
      <dgm:prSet/>
      <dgm:spPr/>
      <dgm:t>
        <a:bodyPr/>
        <a:lstStyle/>
        <a:p>
          <a:r>
            <a:rPr lang="fr-FR">
              <a:hlinkClick xmlns:r="http://schemas.openxmlformats.org/officeDocument/2006/relationships" r:id="rId2"/>
            </a:rPr>
            <a:t>https://youtu.be/a040VmmO-AY?si=9IJ82qXV6B5TRzzv</a:t>
          </a:r>
          <a:endParaRPr lang="en-US"/>
        </a:p>
      </dgm:t>
    </dgm:pt>
    <dgm:pt modelId="{A98546F5-AC48-4F0E-B7F6-49DB175EDCBB}" type="parTrans" cxnId="{3B77E7A5-7C41-40A4-8012-0E5E48641093}">
      <dgm:prSet/>
      <dgm:spPr/>
      <dgm:t>
        <a:bodyPr/>
        <a:lstStyle/>
        <a:p>
          <a:endParaRPr lang="en-US"/>
        </a:p>
      </dgm:t>
    </dgm:pt>
    <dgm:pt modelId="{8118C016-567C-4F33-84B4-C6088BE597F7}" type="sibTrans" cxnId="{3B77E7A5-7C41-40A4-8012-0E5E48641093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AE37287-CEDD-4B27-9BE8-84368DEC2CA6}">
      <dgm:prSet/>
      <dgm:spPr/>
      <dgm:t>
        <a:bodyPr/>
        <a:lstStyle/>
        <a:p>
          <a:r>
            <a:rPr lang="fr-FR">
              <a:hlinkClick xmlns:r="http://schemas.openxmlformats.org/officeDocument/2006/relationships" r:id="rId3"/>
            </a:rPr>
            <a:t>https://github.com/patrickloeber/pytorch-chatbot</a:t>
          </a:r>
          <a:endParaRPr lang="en-US"/>
        </a:p>
      </dgm:t>
    </dgm:pt>
    <dgm:pt modelId="{1F00D663-740F-4BF7-A872-FF2237F071C9}" type="parTrans" cxnId="{382F3576-616B-4CF2-B342-6E0355974D1C}">
      <dgm:prSet/>
      <dgm:spPr/>
      <dgm:t>
        <a:bodyPr/>
        <a:lstStyle/>
        <a:p>
          <a:endParaRPr lang="en-US"/>
        </a:p>
      </dgm:t>
    </dgm:pt>
    <dgm:pt modelId="{1630F831-80C0-4B81-8CD3-0AF35EDBC16A}" type="sibTrans" cxnId="{382F3576-616B-4CF2-B342-6E0355974D1C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7F265F2-9865-41B5-AC8A-98D5B160FEA1}">
      <dgm:prSet/>
      <dgm:spPr/>
      <dgm:t>
        <a:bodyPr/>
        <a:lstStyle/>
        <a:p>
          <a:r>
            <a:rPr lang="fr-FR">
              <a:hlinkClick xmlns:r="http://schemas.openxmlformats.org/officeDocument/2006/relationships" r:id="rId4"/>
            </a:rPr>
            <a:t>https://youtu.be/RpWeNzfSUHw?si=KF1174rAoIEus9nb</a:t>
          </a:r>
          <a:endParaRPr lang="en-US"/>
        </a:p>
      </dgm:t>
    </dgm:pt>
    <dgm:pt modelId="{CEA9AEDD-982A-4882-8CE6-F22CC6A9E0D3}" type="parTrans" cxnId="{B3CEE4B1-F48F-4FD0-90FE-AF74FBB0971A}">
      <dgm:prSet/>
      <dgm:spPr/>
      <dgm:t>
        <a:bodyPr/>
        <a:lstStyle/>
        <a:p>
          <a:endParaRPr lang="en-US"/>
        </a:p>
      </dgm:t>
    </dgm:pt>
    <dgm:pt modelId="{24F09826-A4B8-47C6-A8FD-38F728C09BEB}" type="sibTrans" cxnId="{B3CEE4B1-F48F-4FD0-90FE-AF74FBB0971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84BEA1F2-10C5-4193-8E8F-25E0FBE994D5}" type="pres">
      <dgm:prSet presAssocID="{03A2C373-DC29-43DB-AA9E-F9A1019D0F68}" presName="Name0" presStyleCnt="0">
        <dgm:presLayoutVars>
          <dgm:animLvl val="lvl"/>
          <dgm:resizeHandles val="exact"/>
        </dgm:presLayoutVars>
      </dgm:prSet>
      <dgm:spPr/>
    </dgm:pt>
    <dgm:pt modelId="{7DA8E88F-F0B0-4E30-8A4F-2200AAF81AEB}" type="pres">
      <dgm:prSet presAssocID="{959C8853-5B50-44B6-87B2-D1FFDEBB6CCD}" presName="compositeNode" presStyleCnt="0">
        <dgm:presLayoutVars>
          <dgm:bulletEnabled val="1"/>
        </dgm:presLayoutVars>
      </dgm:prSet>
      <dgm:spPr/>
    </dgm:pt>
    <dgm:pt modelId="{DF4B888F-FEBC-4730-8199-E5B7825D241E}" type="pres">
      <dgm:prSet presAssocID="{959C8853-5B50-44B6-87B2-D1FFDEBB6CCD}" presName="bgRect" presStyleLbl="bgAccFollowNode1" presStyleIdx="0" presStyleCnt="4"/>
      <dgm:spPr/>
    </dgm:pt>
    <dgm:pt modelId="{2A86F1D6-0FDB-4457-832C-06F50548106E}" type="pres">
      <dgm:prSet presAssocID="{EE178A84-A496-4C89-AE28-58333CBBB77B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2277C1FF-199E-4111-9B74-23EDB8663890}" type="pres">
      <dgm:prSet presAssocID="{959C8853-5B50-44B6-87B2-D1FFDEBB6CCD}" presName="bottomLine" presStyleLbl="alignNode1" presStyleIdx="1" presStyleCnt="8">
        <dgm:presLayoutVars/>
      </dgm:prSet>
      <dgm:spPr/>
    </dgm:pt>
    <dgm:pt modelId="{8544D1BC-D1DE-4B12-AB25-B949249CE59F}" type="pres">
      <dgm:prSet presAssocID="{959C8853-5B50-44B6-87B2-D1FFDEBB6CCD}" presName="nodeText" presStyleLbl="bgAccFollowNode1" presStyleIdx="0" presStyleCnt="4">
        <dgm:presLayoutVars>
          <dgm:bulletEnabled val="1"/>
        </dgm:presLayoutVars>
      </dgm:prSet>
      <dgm:spPr/>
    </dgm:pt>
    <dgm:pt modelId="{2A4C6848-F516-420A-BB8E-C85200EF88DE}" type="pres">
      <dgm:prSet presAssocID="{EE178A84-A496-4C89-AE28-58333CBBB77B}" presName="sibTrans" presStyleCnt="0"/>
      <dgm:spPr/>
    </dgm:pt>
    <dgm:pt modelId="{D5DA2B47-7F51-4BED-8E61-D3AD1CE0E5B5}" type="pres">
      <dgm:prSet presAssocID="{B2BF4B85-47F4-49C9-B086-EB7B56D317BD}" presName="compositeNode" presStyleCnt="0">
        <dgm:presLayoutVars>
          <dgm:bulletEnabled val="1"/>
        </dgm:presLayoutVars>
      </dgm:prSet>
      <dgm:spPr/>
    </dgm:pt>
    <dgm:pt modelId="{09B99CF1-C366-4FD9-83C4-A884EA3D2ECB}" type="pres">
      <dgm:prSet presAssocID="{B2BF4B85-47F4-49C9-B086-EB7B56D317BD}" presName="bgRect" presStyleLbl="bgAccFollowNode1" presStyleIdx="1" presStyleCnt="4"/>
      <dgm:spPr/>
    </dgm:pt>
    <dgm:pt modelId="{324D1E02-F699-4A68-BEF9-258DE8EF3267}" type="pres">
      <dgm:prSet presAssocID="{8118C016-567C-4F33-84B4-C6088BE597F7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9ED07D0F-8848-4119-9EC3-3F56F7447324}" type="pres">
      <dgm:prSet presAssocID="{B2BF4B85-47F4-49C9-B086-EB7B56D317BD}" presName="bottomLine" presStyleLbl="alignNode1" presStyleIdx="3" presStyleCnt="8">
        <dgm:presLayoutVars/>
      </dgm:prSet>
      <dgm:spPr/>
    </dgm:pt>
    <dgm:pt modelId="{642875EF-1379-42DA-9627-BDDD78DAC686}" type="pres">
      <dgm:prSet presAssocID="{B2BF4B85-47F4-49C9-B086-EB7B56D317BD}" presName="nodeText" presStyleLbl="bgAccFollowNode1" presStyleIdx="1" presStyleCnt="4">
        <dgm:presLayoutVars>
          <dgm:bulletEnabled val="1"/>
        </dgm:presLayoutVars>
      </dgm:prSet>
      <dgm:spPr/>
    </dgm:pt>
    <dgm:pt modelId="{E7513F1B-FE11-4EAA-B3DB-BFADF93FD141}" type="pres">
      <dgm:prSet presAssocID="{8118C016-567C-4F33-84B4-C6088BE597F7}" presName="sibTrans" presStyleCnt="0"/>
      <dgm:spPr/>
    </dgm:pt>
    <dgm:pt modelId="{8B8285DA-F108-485A-B5D2-D7B87A13325B}" type="pres">
      <dgm:prSet presAssocID="{DAE37287-CEDD-4B27-9BE8-84368DEC2CA6}" presName="compositeNode" presStyleCnt="0">
        <dgm:presLayoutVars>
          <dgm:bulletEnabled val="1"/>
        </dgm:presLayoutVars>
      </dgm:prSet>
      <dgm:spPr/>
    </dgm:pt>
    <dgm:pt modelId="{4C6516CC-63B8-4CD1-B175-4F7542239C6A}" type="pres">
      <dgm:prSet presAssocID="{DAE37287-CEDD-4B27-9BE8-84368DEC2CA6}" presName="bgRect" presStyleLbl="bgAccFollowNode1" presStyleIdx="2" presStyleCnt="4"/>
      <dgm:spPr/>
    </dgm:pt>
    <dgm:pt modelId="{E7971092-5970-4EB7-84E3-27D8D1EE9060}" type="pres">
      <dgm:prSet presAssocID="{1630F831-80C0-4B81-8CD3-0AF35EDBC16A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36077D63-0219-4987-8090-3555A4F6C9EF}" type="pres">
      <dgm:prSet presAssocID="{DAE37287-CEDD-4B27-9BE8-84368DEC2CA6}" presName="bottomLine" presStyleLbl="alignNode1" presStyleIdx="5" presStyleCnt="8">
        <dgm:presLayoutVars/>
      </dgm:prSet>
      <dgm:spPr/>
    </dgm:pt>
    <dgm:pt modelId="{8F30757D-9466-4259-A096-449C7330365D}" type="pres">
      <dgm:prSet presAssocID="{DAE37287-CEDD-4B27-9BE8-84368DEC2CA6}" presName="nodeText" presStyleLbl="bgAccFollowNode1" presStyleIdx="2" presStyleCnt="4">
        <dgm:presLayoutVars>
          <dgm:bulletEnabled val="1"/>
        </dgm:presLayoutVars>
      </dgm:prSet>
      <dgm:spPr/>
    </dgm:pt>
    <dgm:pt modelId="{AAC875BF-E1FF-462E-8AE6-F663BF3C274A}" type="pres">
      <dgm:prSet presAssocID="{1630F831-80C0-4B81-8CD3-0AF35EDBC16A}" presName="sibTrans" presStyleCnt="0"/>
      <dgm:spPr/>
    </dgm:pt>
    <dgm:pt modelId="{3BC1FA4C-5D21-4F9B-A0F9-C546E8F9BAE4}" type="pres">
      <dgm:prSet presAssocID="{B7F265F2-9865-41B5-AC8A-98D5B160FEA1}" presName="compositeNode" presStyleCnt="0">
        <dgm:presLayoutVars>
          <dgm:bulletEnabled val="1"/>
        </dgm:presLayoutVars>
      </dgm:prSet>
      <dgm:spPr/>
    </dgm:pt>
    <dgm:pt modelId="{C50028C7-B585-4D85-B892-2A70802413D9}" type="pres">
      <dgm:prSet presAssocID="{B7F265F2-9865-41B5-AC8A-98D5B160FEA1}" presName="bgRect" presStyleLbl="bgAccFollowNode1" presStyleIdx="3" presStyleCnt="4"/>
      <dgm:spPr/>
    </dgm:pt>
    <dgm:pt modelId="{EE763572-0F42-4568-A18F-FFB11DAE224E}" type="pres">
      <dgm:prSet presAssocID="{24F09826-A4B8-47C6-A8FD-38F728C09BEB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DA042C70-52D8-45BA-9D06-10D590B7ABA6}" type="pres">
      <dgm:prSet presAssocID="{B7F265F2-9865-41B5-AC8A-98D5B160FEA1}" presName="bottomLine" presStyleLbl="alignNode1" presStyleIdx="7" presStyleCnt="8">
        <dgm:presLayoutVars/>
      </dgm:prSet>
      <dgm:spPr/>
    </dgm:pt>
    <dgm:pt modelId="{F2E45F00-6BEC-4626-A5D6-C7FD675C4316}" type="pres">
      <dgm:prSet presAssocID="{B7F265F2-9865-41B5-AC8A-98D5B160FEA1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039D3802-8A80-4A40-B4B9-C93B619538D7}" type="presOf" srcId="{B2BF4B85-47F4-49C9-B086-EB7B56D317BD}" destId="{642875EF-1379-42DA-9627-BDDD78DAC686}" srcOrd="1" destOrd="0" presId="urn:microsoft.com/office/officeart/2016/7/layout/BasicLinearProcessNumbered"/>
    <dgm:cxn modelId="{F250BC0D-5ADA-4A05-A196-AE451480AA43}" type="presOf" srcId="{1630F831-80C0-4B81-8CD3-0AF35EDBC16A}" destId="{E7971092-5970-4EB7-84E3-27D8D1EE9060}" srcOrd="0" destOrd="0" presId="urn:microsoft.com/office/officeart/2016/7/layout/BasicLinearProcessNumbered"/>
    <dgm:cxn modelId="{F8926D0F-B3B4-4B67-A520-DCEEAC93C0BB}" type="presOf" srcId="{B7F265F2-9865-41B5-AC8A-98D5B160FEA1}" destId="{F2E45F00-6BEC-4626-A5D6-C7FD675C4316}" srcOrd="1" destOrd="0" presId="urn:microsoft.com/office/officeart/2016/7/layout/BasicLinearProcessNumbered"/>
    <dgm:cxn modelId="{3551201A-2833-48AD-B657-574A8C2CE24A}" type="presOf" srcId="{DAE37287-CEDD-4B27-9BE8-84368DEC2CA6}" destId="{4C6516CC-63B8-4CD1-B175-4F7542239C6A}" srcOrd="0" destOrd="0" presId="urn:microsoft.com/office/officeart/2016/7/layout/BasicLinearProcessNumbered"/>
    <dgm:cxn modelId="{3904642F-1ADD-451C-ADD2-83E87CEB7E0B}" type="presOf" srcId="{DAE37287-CEDD-4B27-9BE8-84368DEC2CA6}" destId="{8F30757D-9466-4259-A096-449C7330365D}" srcOrd="1" destOrd="0" presId="urn:microsoft.com/office/officeart/2016/7/layout/BasicLinearProcessNumbered"/>
    <dgm:cxn modelId="{9EDA6044-8D74-4CAE-B68F-509A1F3A4FCA}" type="presOf" srcId="{959C8853-5B50-44B6-87B2-D1FFDEBB6CCD}" destId="{DF4B888F-FEBC-4730-8199-E5B7825D241E}" srcOrd="0" destOrd="0" presId="urn:microsoft.com/office/officeart/2016/7/layout/BasicLinearProcessNumbered"/>
    <dgm:cxn modelId="{1CB6F16F-FB29-450A-A372-ACD9E876A75C}" type="presOf" srcId="{959C8853-5B50-44B6-87B2-D1FFDEBB6CCD}" destId="{8544D1BC-D1DE-4B12-AB25-B949249CE59F}" srcOrd="1" destOrd="0" presId="urn:microsoft.com/office/officeart/2016/7/layout/BasicLinearProcessNumbered"/>
    <dgm:cxn modelId="{382F3576-616B-4CF2-B342-6E0355974D1C}" srcId="{03A2C373-DC29-43DB-AA9E-F9A1019D0F68}" destId="{DAE37287-CEDD-4B27-9BE8-84368DEC2CA6}" srcOrd="2" destOrd="0" parTransId="{1F00D663-740F-4BF7-A872-FF2237F071C9}" sibTransId="{1630F831-80C0-4B81-8CD3-0AF35EDBC16A}"/>
    <dgm:cxn modelId="{BD1B5A56-E7C8-4B00-8B26-51A57253CE37}" srcId="{03A2C373-DC29-43DB-AA9E-F9A1019D0F68}" destId="{959C8853-5B50-44B6-87B2-D1FFDEBB6CCD}" srcOrd="0" destOrd="0" parTransId="{FE189743-7BA2-4658-8F30-F5EC03AE45F4}" sibTransId="{EE178A84-A496-4C89-AE28-58333CBBB77B}"/>
    <dgm:cxn modelId="{8FA41257-615A-4FE7-A2EB-5F1360140155}" type="presOf" srcId="{EE178A84-A496-4C89-AE28-58333CBBB77B}" destId="{2A86F1D6-0FDB-4457-832C-06F50548106E}" srcOrd="0" destOrd="0" presId="urn:microsoft.com/office/officeart/2016/7/layout/BasicLinearProcessNumbered"/>
    <dgm:cxn modelId="{300ABC77-34ED-4F35-8E73-51EEB50177F0}" type="presOf" srcId="{03A2C373-DC29-43DB-AA9E-F9A1019D0F68}" destId="{84BEA1F2-10C5-4193-8E8F-25E0FBE994D5}" srcOrd="0" destOrd="0" presId="urn:microsoft.com/office/officeart/2016/7/layout/BasicLinearProcessNumbered"/>
    <dgm:cxn modelId="{09FED0A3-31BF-4590-AD01-0E22AE98D175}" type="presOf" srcId="{8118C016-567C-4F33-84B4-C6088BE597F7}" destId="{324D1E02-F699-4A68-BEF9-258DE8EF3267}" srcOrd="0" destOrd="0" presId="urn:microsoft.com/office/officeart/2016/7/layout/BasicLinearProcessNumbered"/>
    <dgm:cxn modelId="{3B77E7A5-7C41-40A4-8012-0E5E48641093}" srcId="{03A2C373-DC29-43DB-AA9E-F9A1019D0F68}" destId="{B2BF4B85-47F4-49C9-B086-EB7B56D317BD}" srcOrd="1" destOrd="0" parTransId="{A98546F5-AC48-4F0E-B7F6-49DB175EDCBB}" sibTransId="{8118C016-567C-4F33-84B4-C6088BE597F7}"/>
    <dgm:cxn modelId="{B3CEE4B1-F48F-4FD0-90FE-AF74FBB0971A}" srcId="{03A2C373-DC29-43DB-AA9E-F9A1019D0F68}" destId="{B7F265F2-9865-41B5-AC8A-98D5B160FEA1}" srcOrd="3" destOrd="0" parTransId="{CEA9AEDD-982A-4882-8CE6-F22CC6A9E0D3}" sibTransId="{24F09826-A4B8-47C6-A8FD-38F728C09BEB}"/>
    <dgm:cxn modelId="{17D083C0-7AD5-4EB4-BC66-8465D1018FB3}" type="presOf" srcId="{B7F265F2-9865-41B5-AC8A-98D5B160FEA1}" destId="{C50028C7-B585-4D85-B892-2A70802413D9}" srcOrd="0" destOrd="0" presId="urn:microsoft.com/office/officeart/2016/7/layout/BasicLinearProcessNumbered"/>
    <dgm:cxn modelId="{D048BFD0-01FF-4371-AED5-DCB2D299E8EB}" type="presOf" srcId="{B2BF4B85-47F4-49C9-B086-EB7B56D317BD}" destId="{09B99CF1-C366-4FD9-83C4-A884EA3D2ECB}" srcOrd="0" destOrd="0" presId="urn:microsoft.com/office/officeart/2016/7/layout/BasicLinearProcessNumbered"/>
    <dgm:cxn modelId="{DE45CAF1-9B52-4129-8726-73683D390B11}" type="presOf" srcId="{24F09826-A4B8-47C6-A8FD-38F728C09BEB}" destId="{EE763572-0F42-4568-A18F-FFB11DAE224E}" srcOrd="0" destOrd="0" presId="urn:microsoft.com/office/officeart/2016/7/layout/BasicLinearProcessNumbered"/>
    <dgm:cxn modelId="{F2A10F4B-125F-4EF8-88F8-8353F9A2D81B}" type="presParOf" srcId="{84BEA1F2-10C5-4193-8E8F-25E0FBE994D5}" destId="{7DA8E88F-F0B0-4E30-8A4F-2200AAF81AEB}" srcOrd="0" destOrd="0" presId="urn:microsoft.com/office/officeart/2016/7/layout/BasicLinearProcessNumbered"/>
    <dgm:cxn modelId="{5DB27CF8-9F4B-444C-8314-C8D16E9D6A12}" type="presParOf" srcId="{7DA8E88F-F0B0-4E30-8A4F-2200AAF81AEB}" destId="{DF4B888F-FEBC-4730-8199-E5B7825D241E}" srcOrd="0" destOrd="0" presId="urn:microsoft.com/office/officeart/2016/7/layout/BasicLinearProcessNumbered"/>
    <dgm:cxn modelId="{E2BBFCDD-C20F-41AD-8468-03FED962067C}" type="presParOf" srcId="{7DA8E88F-F0B0-4E30-8A4F-2200AAF81AEB}" destId="{2A86F1D6-0FDB-4457-832C-06F50548106E}" srcOrd="1" destOrd="0" presId="urn:microsoft.com/office/officeart/2016/7/layout/BasicLinearProcessNumbered"/>
    <dgm:cxn modelId="{BE7E1BD5-55B6-433B-95F4-4F71257DC766}" type="presParOf" srcId="{7DA8E88F-F0B0-4E30-8A4F-2200AAF81AEB}" destId="{2277C1FF-199E-4111-9B74-23EDB8663890}" srcOrd="2" destOrd="0" presId="urn:microsoft.com/office/officeart/2016/7/layout/BasicLinearProcessNumbered"/>
    <dgm:cxn modelId="{CBB78ABD-A3E4-4018-B4B2-81A3B740AEE4}" type="presParOf" srcId="{7DA8E88F-F0B0-4E30-8A4F-2200AAF81AEB}" destId="{8544D1BC-D1DE-4B12-AB25-B949249CE59F}" srcOrd="3" destOrd="0" presId="urn:microsoft.com/office/officeart/2016/7/layout/BasicLinearProcessNumbered"/>
    <dgm:cxn modelId="{EA6D68DD-A3F7-415C-9FBD-BD127944D740}" type="presParOf" srcId="{84BEA1F2-10C5-4193-8E8F-25E0FBE994D5}" destId="{2A4C6848-F516-420A-BB8E-C85200EF88DE}" srcOrd="1" destOrd="0" presId="urn:microsoft.com/office/officeart/2016/7/layout/BasicLinearProcessNumbered"/>
    <dgm:cxn modelId="{9BDE818B-3196-4C06-945E-F78016CF7CE5}" type="presParOf" srcId="{84BEA1F2-10C5-4193-8E8F-25E0FBE994D5}" destId="{D5DA2B47-7F51-4BED-8E61-D3AD1CE0E5B5}" srcOrd="2" destOrd="0" presId="urn:microsoft.com/office/officeart/2016/7/layout/BasicLinearProcessNumbered"/>
    <dgm:cxn modelId="{32CBD23F-1F62-4506-BAFC-E7C6142EEFBC}" type="presParOf" srcId="{D5DA2B47-7F51-4BED-8E61-D3AD1CE0E5B5}" destId="{09B99CF1-C366-4FD9-83C4-A884EA3D2ECB}" srcOrd="0" destOrd="0" presId="urn:microsoft.com/office/officeart/2016/7/layout/BasicLinearProcessNumbered"/>
    <dgm:cxn modelId="{D004FA6B-39BA-490F-A240-D95CEEBB7F79}" type="presParOf" srcId="{D5DA2B47-7F51-4BED-8E61-D3AD1CE0E5B5}" destId="{324D1E02-F699-4A68-BEF9-258DE8EF3267}" srcOrd="1" destOrd="0" presId="urn:microsoft.com/office/officeart/2016/7/layout/BasicLinearProcessNumbered"/>
    <dgm:cxn modelId="{B36D21E1-4715-4737-9CEF-E300D19D9855}" type="presParOf" srcId="{D5DA2B47-7F51-4BED-8E61-D3AD1CE0E5B5}" destId="{9ED07D0F-8848-4119-9EC3-3F56F7447324}" srcOrd="2" destOrd="0" presId="urn:microsoft.com/office/officeart/2016/7/layout/BasicLinearProcessNumbered"/>
    <dgm:cxn modelId="{5FC82695-A63A-4D12-A9A7-176CE315BFE6}" type="presParOf" srcId="{D5DA2B47-7F51-4BED-8E61-D3AD1CE0E5B5}" destId="{642875EF-1379-42DA-9627-BDDD78DAC686}" srcOrd="3" destOrd="0" presId="urn:microsoft.com/office/officeart/2016/7/layout/BasicLinearProcessNumbered"/>
    <dgm:cxn modelId="{60FFD7FB-705C-4DFB-80C6-1CBBB5634829}" type="presParOf" srcId="{84BEA1F2-10C5-4193-8E8F-25E0FBE994D5}" destId="{E7513F1B-FE11-4EAA-B3DB-BFADF93FD141}" srcOrd="3" destOrd="0" presId="urn:microsoft.com/office/officeart/2016/7/layout/BasicLinearProcessNumbered"/>
    <dgm:cxn modelId="{BD4CAD50-7719-48C0-812E-F4290472315A}" type="presParOf" srcId="{84BEA1F2-10C5-4193-8E8F-25E0FBE994D5}" destId="{8B8285DA-F108-485A-B5D2-D7B87A13325B}" srcOrd="4" destOrd="0" presId="urn:microsoft.com/office/officeart/2016/7/layout/BasicLinearProcessNumbered"/>
    <dgm:cxn modelId="{869D0605-E69A-45CA-BAFF-5A78A64BE67A}" type="presParOf" srcId="{8B8285DA-F108-485A-B5D2-D7B87A13325B}" destId="{4C6516CC-63B8-4CD1-B175-4F7542239C6A}" srcOrd="0" destOrd="0" presId="urn:microsoft.com/office/officeart/2016/7/layout/BasicLinearProcessNumbered"/>
    <dgm:cxn modelId="{AA529D66-82AE-4E2C-81AF-F42EB6EE6E39}" type="presParOf" srcId="{8B8285DA-F108-485A-B5D2-D7B87A13325B}" destId="{E7971092-5970-4EB7-84E3-27D8D1EE9060}" srcOrd="1" destOrd="0" presId="urn:microsoft.com/office/officeart/2016/7/layout/BasicLinearProcessNumbered"/>
    <dgm:cxn modelId="{353026FE-F2B7-4504-B98E-4ACD14BCC550}" type="presParOf" srcId="{8B8285DA-F108-485A-B5D2-D7B87A13325B}" destId="{36077D63-0219-4987-8090-3555A4F6C9EF}" srcOrd="2" destOrd="0" presId="urn:microsoft.com/office/officeart/2016/7/layout/BasicLinearProcessNumbered"/>
    <dgm:cxn modelId="{68473A81-E63F-4B9E-BAF4-EB6F022DAA3F}" type="presParOf" srcId="{8B8285DA-F108-485A-B5D2-D7B87A13325B}" destId="{8F30757D-9466-4259-A096-449C7330365D}" srcOrd="3" destOrd="0" presId="urn:microsoft.com/office/officeart/2016/7/layout/BasicLinearProcessNumbered"/>
    <dgm:cxn modelId="{440A66D0-81BC-4BAD-A746-8230F5E1AE9A}" type="presParOf" srcId="{84BEA1F2-10C5-4193-8E8F-25E0FBE994D5}" destId="{AAC875BF-E1FF-462E-8AE6-F663BF3C274A}" srcOrd="5" destOrd="0" presId="urn:microsoft.com/office/officeart/2016/7/layout/BasicLinearProcessNumbered"/>
    <dgm:cxn modelId="{39505BAC-DBA4-4B61-B7AA-C0A65D53705A}" type="presParOf" srcId="{84BEA1F2-10C5-4193-8E8F-25E0FBE994D5}" destId="{3BC1FA4C-5D21-4F9B-A0F9-C546E8F9BAE4}" srcOrd="6" destOrd="0" presId="urn:microsoft.com/office/officeart/2016/7/layout/BasicLinearProcessNumbered"/>
    <dgm:cxn modelId="{64336496-76B2-45C3-A364-96A7A4A246C6}" type="presParOf" srcId="{3BC1FA4C-5D21-4F9B-A0F9-C546E8F9BAE4}" destId="{C50028C7-B585-4D85-B892-2A70802413D9}" srcOrd="0" destOrd="0" presId="urn:microsoft.com/office/officeart/2016/7/layout/BasicLinearProcessNumbered"/>
    <dgm:cxn modelId="{C061E206-D333-42D6-8411-984BDC60E2D2}" type="presParOf" srcId="{3BC1FA4C-5D21-4F9B-A0F9-C546E8F9BAE4}" destId="{EE763572-0F42-4568-A18F-FFB11DAE224E}" srcOrd="1" destOrd="0" presId="urn:microsoft.com/office/officeart/2016/7/layout/BasicLinearProcessNumbered"/>
    <dgm:cxn modelId="{1521FA3B-BC48-4B9F-AAC8-542593127AF1}" type="presParOf" srcId="{3BC1FA4C-5D21-4F9B-A0F9-C546E8F9BAE4}" destId="{DA042C70-52D8-45BA-9D06-10D590B7ABA6}" srcOrd="2" destOrd="0" presId="urn:microsoft.com/office/officeart/2016/7/layout/BasicLinearProcessNumbered"/>
    <dgm:cxn modelId="{534A37DD-42FC-4D92-819D-CF7A37375AB9}" type="presParOf" srcId="{3BC1FA4C-5D21-4F9B-A0F9-C546E8F9BAE4}" destId="{F2E45F00-6BEC-4626-A5D6-C7FD675C431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D24E5A-F3EF-475D-BA4A-B7DF76029542}">
      <dsp:nvSpPr>
        <dsp:cNvPr id="0" name=""/>
        <dsp:cNvSpPr/>
      </dsp:nvSpPr>
      <dsp:spPr>
        <a:xfrm>
          <a:off x="0" y="854423"/>
          <a:ext cx="5257800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1BCAE0-DA18-41E6-A7CE-0AE2E4532D6F}">
      <dsp:nvSpPr>
        <dsp:cNvPr id="0" name=""/>
        <dsp:cNvSpPr/>
      </dsp:nvSpPr>
      <dsp:spPr>
        <a:xfrm>
          <a:off x="262890" y="618263"/>
          <a:ext cx="3680460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Introduction </a:t>
          </a:r>
        </a:p>
      </dsp:txBody>
      <dsp:txXfrm>
        <a:off x="285947" y="641320"/>
        <a:ext cx="3634346" cy="426206"/>
      </dsp:txXfrm>
    </dsp:sp>
    <dsp:sp modelId="{BFD2E68D-A4CD-44AA-828C-6801C5028A8B}">
      <dsp:nvSpPr>
        <dsp:cNvPr id="0" name=""/>
        <dsp:cNvSpPr/>
      </dsp:nvSpPr>
      <dsp:spPr>
        <a:xfrm>
          <a:off x="0" y="1580183"/>
          <a:ext cx="5257800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1B3F70-4D8D-4829-80EA-80DAC26BE35D}">
      <dsp:nvSpPr>
        <dsp:cNvPr id="0" name=""/>
        <dsp:cNvSpPr/>
      </dsp:nvSpPr>
      <dsp:spPr>
        <a:xfrm>
          <a:off x="262890" y="1344023"/>
          <a:ext cx="3680460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Contexte</a:t>
          </a:r>
          <a:r>
            <a:rPr lang="en-US" sz="1600" kern="1200" dirty="0"/>
            <a:t> et </a:t>
          </a:r>
          <a:r>
            <a:rPr lang="en-US" sz="1600" kern="1200" dirty="0" err="1"/>
            <a:t>compréhension</a:t>
          </a:r>
          <a:r>
            <a:rPr lang="en-US" sz="1600" kern="1200" dirty="0"/>
            <a:t> du </a:t>
          </a:r>
          <a:r>
            <a:rPr lang="en-US" sz="1600" kern="1200" dirty="0" err="1"/>
            <a:t>projet</a:t>
          </a:r>
          <a:endParaRPr lang="en-US" sz="1600" kern="1200" dirty="0"/>
        </a:p>
      </dsp:txBody>
      <dsp:txXfrm>
        <a:off x="285947" y="1367080"/>
        <a:ext cx="3634346" cy="426206"/>
      </dsp:txXfrm>
    </dsp:sp>
    <dsp:sp modelId="{22CC9AF5-AAFD-424B-931D-9A74810C7313}">
      <dsp:nvSpPr>
        <dsp:cNvPr id="0" name=""/>
        <dsp:cNvSpPr/>
      </dsp:nvSpPr>
      <dsp:spPr>
        <a:xfrm>
          <a:off x="0" y="2305943"/>
          <a:ext cx="5257800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23938D-100B-47EF-8817-9BFE928DB6D7}">
      <dsp:nvSpPr>
        <dsp:cNvPr id="0" name=""/>
        <dsp:cNvSpPr/>
      </dsp:nvSpPr>
      <dsp:spPr>
        <a:xfrm>
          <a:off x="262890" y="2069783"/>
          <a:ext cx="3680460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Données et préparation</a:t>
          </a:r>
        </a:p>
      </dsp:txBody>
      <dsp:txXfrm>
        <a:off x="285947" y="2092840"/>
        <a:ext cx="3634346" cy="426206"/>
      </dsp:txXfrm>
    </dsp:sp>
    <dsp:sp modelId="{A4EEDB0B-F74C-4AC8-9BC0-85C182F43B1B}">
      <dsp:nvSpPr>
        <dsp:cNvPr id="0" name=""/>
        <dsp:cNvSpPr/>
      </dsp:nvSpPr>
      <dsp:spPr>
        <a:xfrm>
          <a:off x="0" y="3031703"/>
          <a:ext cx="5257800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8064" tIns="333248" rIns="408064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/>
        </a:p>
      </dsp:txBody>
      <dsp:txXfrm>
        <a:off x="0" y="3031703"/>
        <a:ext cx="5257800" cy="403200"/>
      </dsp:txXfrm>
    </dsp:sp>
    <dsp:sp modelId="{56CCC167-163A-46D6-9DC1-77A68E976F85}">
      <dsp:nvSpPr>
        <dsp:cNvPr id="0" name=""/>
        <dsp:cNvSpPr/>
      </dsp:nvSpPr>
      <dsp:spPr>
        <a:xfrm>
          <a:off x="262890" y="2795543"/>
          <a:ext cx="3680460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Modélisation</a:t>
          </a:r>
          <a:r>
            <a:rPr lang="en-US" sz="1600" kern="1200" dirty="0"/>
            <a:t> </a:t>
          </a:r>
        </a:p>
      </dsp:txBody>
      <dsp:txXfrm>
        <a:off x="285947" y="2818600"/>
        <a:ext cx="3634346" cy="426206"/>
      </dsp:txXfrm>
    </dsp:sp>
    <dsp:sp modelId="{5749B896-5015-4EE9-BB17-B77F8752E3F3}">
      <dsp:nvSpPr>
        <dsp:cNvPr id="0" name=""/>
        <dsp:cNvSpPr/>
      </dsp:nvSpPr>
      <dsp:spPr>
        <a:xfrm>
          <a:off x="0" y="3757464"/>
          <a:ext cx="5257800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812E5-209C-462D-8AC6-A308ACC6014F}">
      <dsp:nvSpPr>
        <dsp:cNvPr id="0" name=""/>
        <dsp:cNvSpPr/>
      </dsp:nvSpPr>
      <dsp:spPr>
        <a:xfrm>
          <a:off x="262890" y="3521304"/>
          <a:ext cx="3680460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Conclusion et perspectives</a:t>
          </a:r>
        </a:p>
      </dsp:txBody>
      <dsp:txXfrm>
        <a:off x="285947" y="3544361"/>
        <a:ext cx="3634346" cy="426206"/>
      </dsp:txXfrm>
    </dsp:sp>
    <dsp:sp modelId="{AF05BF28-7770-40CE-99C1-D88D7C84DF25}">
      <dsp:nvSpPr>
        <dsp:cNvPr id="0" name=""/>
        <dsp:cNvSpPr/>
      </dsp:nvSpPr>
      <dsp:spPr>
        <a:xfrm>
          <a:off x="0" y="4483224"/>
          <a:ext cx="5257800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16A723-82D8-4CC2-90B9-9AA553656289}">
      <dsp:nvSpPr>
        <dsp:cNvPr id="0" name=""/>
        <dsp:cNvSpPr/>
      </dsp:nvSpPr>
      <dsp:spPr>
        <a:xfrm>
          <a:off x="262890" y="4247063"/>
          <a:ext cx="3680460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Démonstration</a:t>
          </a:r>
          <a:r>
            <a:rPr lang="en-US" sz="1600" kern="1200" dirty="0"/>
            <a:t> du chatbot</a:t>
          </a:r>
        </a:p>
      </dsp:txBody>
      <dsp:txXfrm>
        <a:off x="285947" y="4270120"/>
        <a:ext cx="3634346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5E6EC6-0954-4DA6-B7A2-80740F92B148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EE872A-228B-4D77-8CF9-CE7144258037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5D25A4-AE7B-4DB8-B1D0-3986C501AB5C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/>
            <a:t>Problématique :</a:t>
          </a:r>
          <a:r>
            <a:rPr lang="fr-FR" sz="1900" kern="1200"/>
            <a:t> Désengorgement des services de santé dû au volume élevé de requêtes routinières.</a:t>
          </a:r>
          <a:endParaRPr lang="en-US" sz="1900" kern="1200"/>
        </a:p>
      </dsp:txBody>
      <dsp:txXfrm>
        <a:off x="1948202" y="368029"/>
        <a:ext cx="3233964" cy="1371985"/>
      </dsp:txXfrm>
    </dsp:sp>
    <dsp:sp modelId="{8CE52E8C-5E06-4C4A-B285-56118211D174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AB5D66-03A6-4A86-B600-81F84C4CA5ED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91789-4F77-4AB1-B458-3F2D79D90D75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/>
            <a:t>Solution Ciblée :</a:t>
          </a:r>
          <a:r>
            <a:rPr lang="fr-FR" sz="1900" kern="1200"/>
            <a:t> Implémenter un système de </a:t>
          </a:r>
          <a:r>
            <a:rPr lang="fr-FR" sz="1900" b="1" kern="1200"/>
            <a:t>NLU (Natural Language Understanding)</a:t>
          </a:r>
          <a:r>
            <a:rPr lang="fr-FR" sz="1900" kern="1200"/>
            <a:t> pour la catégorisation en temps réel.</a:t>
          </a:r>
          <a:endParaRPr lang="en-US" sz="1900" kern="1200"/>
        </a:p>
      </dsp:txBody>
      <dsp:txXfrm>
        <a:off x="7411643" y="368029"/>
        <a:ext cx="3233964" cy="1371985"/>
      </dsp:txXfrm>
    </dsp:sp>
    <dsp:sp modelId="{C5BD93ED-AE32-4EF5-A745-31D0881317B9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CF8D64-EF00-4E0E-A859-5FB6CFCCB917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B63A5-D9D1-4F61-9182-A2E9E5F6B061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/>
            <a:t>Proposition de Valeur :</a:t>
          </a:r>
          <a:r>
            <a:rPr lang="fr-FR" sz="1900" kern="1200"/>
            <a:t> Réponse instantanée et fiabilité de la classification des intentions.</a:t>
          </a:r>
          <a:endParaRPr lang="en-US" sz="1900" kern="1200"/>
        </a:p>
      </dsp:txBody>
      <dsp:txXfrm>
        <a:off x="1948202" y="2452790"/>
        <a:ext cx="3233964" cy="1371985"/>
      </dsp:txXfrm>
    </dsp:sp>
    <dsp:sp modelId="{C816E00B-18DC-40DB-94AC-6D28375A62EC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CCCD86-608B-4E8D-8A34-960E8B2DFB53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1FFB7-3320-43AF-8802-78CBB85CF28E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/>
            <a:t>KPI Clé :</a:t>
          </a:r>
          <a:r>
            <a:rPr lang="fr-FR" sz="1900" kern="1200"/>
            <a:t> Précision de Classification d'Intention &gt;60% | Taux d'automatisation des réponses initiales.</a:t>
          </a:r>
          <a:endParaRPr lang="en-US" sz="1900" kern="1200"/>
        </a:p>
      </dsp:txBody>
      <dsp:txXfrm>
        <a:off x="7411643" y="2452790"/>
        <a:ext cx="3233964" cy="13719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2978C-3EAA-4CE7-B8B6-41085EA803E2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644C92-009B-457A-A9C7-476854D190B0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Transformation du </a:t>
          </a:r>
          <a:r>
            <a:rPr lang="en-US" sz="1800" b="1" kern="1200" dirty="0" err="1"/>
            <a:t>texte</a:t>
          </a:r>
          <a:r>
            <a:rPr lang="en-US" sz="1800" b="1" kern="1200" dirty="0"/>
            <a:t> </a:t>
          </a:r>
          <a:r>
            <a:rPr lang="en-US" sz="1800" b="1" kern="1200" dirty="0" err="1"/>
            <a:t>en</a:t>
          </a:r>
          <a:r>
            <a:rPr lang="en-US" sz="1800" b="1" kern="1200" dirty="0"/>
            <a:t> </a:t>
          </a:r>
          <a:r>
            <a:rPr lang="en-US" sz="1800" b="1" kern="1200" dirty="0" err="1"/>
            <a:t>nombres</a:t>
          </a:r>
          <a:r>
            <a:rPr lang="en-US" sz="1800" b="1" kern="1200" dirty="0"/>
            <a:t> </a:t>
          </a:r>
          <a:r>
            <a:rPr lang="en-US" sz="1800" kern="1200" dirty="0"/>
            <a:t>avec la </a:t>
          </a:r>
          <a:r>
            <a:rPr lang="en-US" sz="1800" kern="1200" dirty="0" err="1"/>
            <a:t>méthode</a:t>
          </a:r>
          <a:r>
            <a:rPr lang="en-US" sz="1800" kern="1200" dirty="0"/>
            <a:t> </a:t>
          </a:r>
          <a:r>
            <a:rPr lang="en-US" sz="1800" b="1" kern="1200" dirty="0"/>
            <a:t>TF-IDF</a:t>
          </a:r>
          <a:r>
            <a:rPr lang="en-US" sz="1800" kern="1200" dirty="0"/>
            <a:t>→ </a:t>
          </a:r>
          <a:r>
            <a:rPr lang="en-US" sz="1800" kern="1200" dirty="0" err="1"/>
            <a:t>Chaque</a:t>
          </a:r>
          <a:r>
            <a:rPr lang="en-US" sz="1800" kern="1200" dirty="0"/>
            <a:t> mot </a:t>
          </a:r>
          <a:r>
            <a:rPr lang="en-US" sz="1800" kern="1200" dirty="0" err="1"/>
            <a:t>reçoit</a:t>
          </a:r>
          <a:r>
            <a:rPr lang="en-US" sz="1800" kern="1200" dirty="0"/>
            <a:t> un </a:t>
          </a:r>
          <a:r>
            <a:rPr lang="en-US" sz="1800" kern="1200" dirty="0" err="1"/>
            <a:t>poids</a:t>
          </a:r>
          <a:r>
            <a:rPr lang="en-US" sz="1800" kern="1200" dirty="0"/>
            <a:t> </a:t>
          </a:r>
          <a:r>
            <a:rPr lang="en-US" sz="1800" kern="1200" dirty="0" err="1"/>
            <a:t>selon</a:t>
          </a:r>
          <a:r>
            <a:rPr lang="en-US" sz="1800" kern="1200" dirty="0"/>
            <a:t> son importance dans la phrase.</a:t>
          </a:r>
        </a:p>
      </dsp:txBody>
      <dsp:txXfrm>
        <a:off x="696297" y="538547"/>
        <a:ext cx="4171627" cy="2590157"/>
      </dsp:txXfrm>
    </dsp:sp>
    <dsp:sp modelId="{775FA738-4155-40CF-B099-6A3E0CC188F6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30EF17-2424-48A4-B2A4-25C13C4C8BA7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Réseau de </a:t>
          </a:r>
          <a:r>
            <a:rPr lang="en-US" sz="1800" b="1" kern="1200" dirty="0" err="1"/>
            <a:t>neurones</a:t>
          </a:r>
          <a:r>
            <a:rPr lang="en-US" sz="1800" b="1" kern="1200" dirty="0"/>
            <a:t> (Neural Network) </a:t>
          </a:r>
          <a:r>
            <a:rPr lang="en-US" sz="1800" kern="1200" dirty="0"/>
            <a:t>:</a:t>
          </a:r>
          <a:br>
            <a:rPr lang="en-US" sz="1800" kern="1200" dirty="0"/>
          </a:br>
          <a:r>
            <a:rPr lang="en-US" sz="1800" kern="1200" dirty="0"/>
            <a:t>- </a:t>
          </a:r>
          <a:r>
            <a:rPr lang="en-US" sz="1800" kern="1200" dirty="0" err="1"/>
            <a:t>Plusieurs</a:t>
          </a:r>
          <a:r>
            <a:rPr lang="en-US" sz="1800" kern="1200" dirty="0"/>
            <a:t> couches </a:t>
          </a:r>
          <a:r>
            <a:rPr lang="en-US" sz="1800" kern="1200" dirty="0" err="1"/>
            <a:t>connectées</a:t>
          </a:r>
          <a:r>
            <a:rPr lang="en-US" sz="1800" kern="1200" dirty="0"/>
            <a:t> </a:t>
          </a:r>
          <a:r>
            <a:rPr lang="en-US" sz="1800" kern="1200" dirty="0" err="1"/>
            <a:t>imitant</a:t>
          </a:r>
          <a:r>
            <a:rPr lang="en-US" sz="1800" kern="1200" dirty="0"/>
            <a:t> le    </a:t>
          </a:r>
          <a:r>
            <a:rPr lang="en-US" sz="1800" kern="1200" dirty="0" err="1"/>
            <a:t>fonctionnement</a:t>
          </a:r>
          <a:r>
            <a:rPr lang="en-US" sz="1800" kern="1200" dirty="0"/>
            <a:t> du </a:t>
          </a:r>
          <a:r>
            <a:rPr lang="en-US" sz="1800" kern="1200" dirty="0" err="1"/>
            <a:t>cerveau</a:t>
          </a:r>
          <a:r>
            <a:rPr lang="en-US" sz="1800" kern="1200" dirty="0"/>
            <a:t> </a:t>
          </a:r>
          <a:r>
            <a:rPr lang="en-US" sz="1800" kern="1200" dirty="0" err="1"/>
            <a:t>humain</a:t>
          </a:r>
          <a:br>
            <a:rPr lang="en-US" sz="1800" kern="1200" dirty="0"/>
          </a:br>
          <a:br>
            <a:rPr lang="en-US" sz="1800" kern="1200" dirty="0"/>
          </a:br>
          <a:r>
            <a:rPr lang="en-US" sz="1800" kern="1200" dirty="0"/>
            <a:t>- </a:t>
          </a:r>
          <a:r>
            <a:rPr lang="en-US" sz="1800" kern="1200" dirty="0" err="1"/>
            <a:t>Chaque</a:t>
          </a:r>
          <a:r>
            <a:rPr lang="en-US" sz="1800" kern="1200" dirty="0"/>
            <a:t> couche </a:t>
          </a:r>
          <a:r>
            <a:rPr lang="en-US" sz="1800" kern="1200" dirty="0" err="1"/>
            <a:t>apprend</a:t>
          </a:r>
          <a:r>
            <a:rPr lang="en-US" sz="1800" kern="1200" dirty="0"/>
            <a:t> à </a:t>
          </a:r>
          <a:r>
            <a:rPr lang="en-US" sz="1800" kern="1200" dirty="0" err="1"/>
            <a:t>repérer</a:t>
          </a:r>
          <a:r>
            <a:rPr lang="en-US" sz="1800" kern="1200" dirty="0"/>
            <a:t> des motifs dans le </a:t>
          </a:r>
          <a:r>
            <a:rPr lang="en-US" sz="1800" kern="1200" dirty="0" err="1"/>
            <a:t>texte</a:t>
          </a:r>
          <a:br>
            <a:rPr lang="en-US" sz="1800" kern="1200" dirty="0"/>
          </a:br>
          <a:br>
            <a:rPr lang="en-US" sz="1800" kern="1200" dirty="0"/>
          </a:br>
          <a:r>
            <a:rPr lang="en-US" sz="1800" kern="1200" dirty="0"/>
            <a:t>- Le </a:t>
          </a:r>
          <a:r>
            <a:rPr lang="en-US" sz="1800" kern="1200" dirty="0" err="1"/>
            <a:t>modèle</a:t>
          </a:r>
          <a:r>
            <a:rPr lang="en-US" sz="1800" kern="1200" dirty="0"/>
            <a:t> </a:t>
          </a:r>
          <a:r>
            <a:rPr lang="en-US" sz="1800" kern="1200" dirty="0" err="1"/>
            <a:t>prédit</a:t>
          </a:r>
          <a:r>
            <a:rPr lang="en-US" sz="1800" kern="1200" dirty="0"/>
            <a:t> ensuite la bonne intention (ex. “prendre un </a:t>
          </a:r>
          <a:r>
            <a:rPr lang="en-US" sz="1800" kern="1200" dirty="0" err="1"/>
            <a:t>rendez</a:t>
          </a:r>
          <a:r>
            <a:rPr lang="en-US" sz="1800" kern="1200" dirty="0"/>
            <a:t>-vous”)</a:t>
          </a:r>
        </a:p>
      </dsp:txBody>
      <dsp:txXfrm>
        <a:off x="5991936" y="538547"/>
        <a:ext cx="4171627" cy="25901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35A17-B5AB-4436-9B4C-94B12926F527}">
      <dsp:nvSpPr>
        <dsp:cNvPr id="0" name=""/>
        <dsp:cNvSpPr/>
      </dsp:nvSpPr>
      <dsp:spPr>
        <a:xfrm>
          <a:off x="0" y="0"/>
          <a:ext cx="67147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421250C-2E1F-4BAF-AC75-3076DC0356C8}">
      <dsp:nvSpPr>
        <dsp:cNvPr id="0" name=""/>
        <dsp:cNvSpPr/>
      </dsp:nvSpPr>
      <dsp:spPr>
        <a:xfrm>
          <a:off x="0" y="0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/>
            <a:t>Convergence :</a:t>
          </a:r>
          <a:r>
            <a:rPr lang="fr-FR" sz="2100" kern="1200"/>
            <a:t> Graphique de la Courbe de Perte </a:t>
          </a:r>
          <a:r>
            <a:rPr lang="fr-FR" sz="2100" kern="1200">
              <a:sym typeface="Wingdings" panose="05000000000000000000" pitchFamily="2" charset="2"/>
            </a:rPr>
            <a:t></a:t>
          </a:r>
          <a:r>
            <a:rPr lang="fr-FR" sz="2100" kern="1200"/>
            <a:t>Convergence rapide et stable sur </a:t>
          </a:r>
          <a:r>
            <a:rPr lang="fr-FR" sz="2100" b="1" kern="1200"/>
            <a:t>50 époques</a:t>
          </a:r>
          <a:r>
            <a:rPr lang="fr-FR" sz="2100" kern="1200"/>
            <a:t>.</a:t>
          </a:r>
          <a:endParaRPr lang="en-US" sz="2100" kern="1200"/>
        </a:p>
      </dsp:txBody>
      <dsp:txXfrm>
        <a:off x="0" y="0"/>
        <a:ext cx="6714744" cy="1075866"/>
      </dsp:txXfrm>
    </dsp:sp>
    <dsp:sp modelId="{874D5186-B700-4A23-B5ED-662F77771FE0}">
      <dsp:nvSpPr>
        <dsp:cNvPr id="0" name=""/>
        <dsp:cNvSpPr/>
      </dsp:nvSpPr>
      <dsp:spPr>
        <a:xfrm>
          <a:off x="0" y="1075866"/>
          <a:ext cx="671474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7FA5452-3506-4F71-8B1D-FF975658BF2E}">
      <dsp:nvSpPr>
        <dsp:cNvPr id="0" name=""/>
        <dsp:cNvSpPr/>
      </dsp:nvSpPr>
      <dsp:spPr>
        <a:xfrm>
          <a:off x="0" y="1075866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/>
            <a:t>Précision Globale :</a:t>
          </a:r>
          <a:r>
            <a:rPr lang="fr-FR" sz="2100" kern="1200"/>
            <a:t> </a:t>
          </a:r>
          <a:r>
            <a:rPr lang="fr-FR" sz="2100" b="1" kern="1200"/>
            <a:t>Accuracy sur l'Ensemble de Test</a:t>
          </a:r>
          <a:endParaRPr lang="en-US" sz="2100" kern="1200"/>
        </a:p>
      </dsp:txBody>
      <dsp:txXfrm>
        <a:off x="0" y="1075866"/>
        <a:ext cx="6714744" cy="1075866"/>
      </dsp:txXfrm>
    </dsp:sp>
    <dsp:sp modelId="{E3FC1673-16E1-468F-A2DD-E9D483E9FF7B}">
      <dsp:nvSpPr>
        <dsp:cNvPr id="0" name=""/>
        <dsp:cNvSpPr/>
      </dsp:nvSpPr>
      <dsp:spPr>
        <a:xfrm>
          <a:off x="0" y="2151732"/>
          <a:ext cx="6714744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ABA823B-8BAC-41B7-AA3C-979EB2C1FB1B}">
      <dsp:nvSpPr>
        <dsp:cNvPr id="0" name=""/>
        <dsp:cNvSpPr/>
      </dsp:nvSpPr>
      <dsp:spPr>
        <a:xfrm>
          <a:off x="0" y="2151732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 dirty="0"/>
            <a:t>Analyse Détaillée :</a:t>
          </a:r>
          <a:r>
            <a:rPr lang="fr-FR" sz="2100" kern="1200" dirty="0"/>
            <a:t> Rapport de Classification (F1-Score, Précision, Rappel) élevé sur l'ensemble des intentions, validant la robustesse.</a:t>
          </a:r>
          <a:endParaRPr lang="en-US" sz="2100" kern="1200" dirty="0"/>
        </a:p>
      </dsp:txBody>
      <dsp:txXfrm>
        <a:off x="0" y="2151732"/>
        <a:ext cx="6714744" cy="1075866"/>
      </dsp:txXfrm>
    </dsp:sp>
    <dsp:sp modelId="{B491FB33-8D31-4AC6-A2A1-C8DB309E4F99}">
      <dsp:nvSpPr>
        <dsp:cNvPr id="0" name=""/>
        <dsp:cNvSpPr/>
      </dsp:nvSpPr>
      <dsp:spPr>
        <a:xfrm>
          <a:off x="0" y="3227598"/>
          <a:ext cx="671474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DF4DCA1-AC2A-408F-AF6D-621B8B57B937}">
      <dsp:nvSpPr>
        <dsp:cNvPr id="0" name=""/>
        <dsp:cNvSpPr/>
      </dsp:nvSpPr>
      <dsp:spPr>
        <a:xfrm>
          <a:off x="0" y="3227598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/>
            <a:t>Artefact :</a:t>
          </a:r>
          <a:r>
            <a:rPr lang="fr-FR" sz="2100" kern="1200"/>
            <a:t> Poids entraînés sauvegardés dans le fichier </a:t>
          </a:r>
          <a:r>
            <a:rPr lang="fr-FR" sz="2100" b="1" kern="1200"/>
            <a:t>.pth</a:t>
          </a:r>
          <a:r>
            <a:rPr lang="fr-FR" sz="2100" kern="1200"/>
            <a:t> (chat_model_tfidf.pth).</a:t>
          </a:r>
          <a:endParaRPr lang="en-US" sz="2100" kern="1200"/>
        </a:p>
      </dsp:txBody>
      <dsp:txXfrm>
        <a:off x="0" y="3227598"/>
        <a:ext cx="6714744" cy="10758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B940BB-394A-4F28-9A76-884EF9720A89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677FC-A4FE-4CDB-B9B1-7E65B2228C05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Interface :</a:t>
          </a:r>
          <a:r>
            <a:rPr lang="en-US" sz="2000" kern="1200"/>
            <a:t> Application cliente </a:t>
          </a:r>
          <a:r>
            <a:rPr lang="en-US" sz="2000" b="1" kern="1200"/>
            <a:t>ModernChatApp</a:t>
          </a:r>
          <a:r>
            <a:rPr lang="en-US" sz="2000" kern="1200"/>
            <a:t> développée en </a:t>
          </a:r>
          <a:r>
            <a:rPr lang="en-US" sz="2000" b="1" kern="1200"/>
            <a:t>Tkinter</a:t>
          </a:r>
          <a:r>
            <a:rPr lang="en-US" sz="2000" kern="1200"/>
            <a:t> (</a:t>
          </a:r>
          <a:r>
            <a:rPr lang="en-US" sz="2000" i="1" kern="1200"/>
            <a:t>stand-alone</a:t>
          </a:r>
          <a:r>
            <a:rPr lang="en-US" sz="2000" kern="1200"/>
            <a:t>).</a:t>
          </a:r>
        </a:p>
      </dsp:txBody>
      <dsp:txXfrm>
        <a:off x="398656" y="1088253"/>
        <a:ext cx="2959127" cy="1837317"/>
      </dsp:txXfrm>
    </dsp:sp>
    <dsp:sp modelId="{44D374B3-A280-4D2A-A70E-CB78D0791265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F75FEB-9113-42ED-AF7D-9738393736E7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/>
            <a:t>Performance Asynchrone :</a:t>
          </a:r>
          <a:r>
            <a:rPr lang="fr-FR" sz="2000" kern="1200"/>
            <a:t> Utilisation du </a:t>
          </a:r>
          <a:r>
            <a:rPr lang="fr-FR" sz="2000" b="1" kern="1200"/>
            <a:t>Threading Python</a:t>
          </a:r>
          <a:r>
            <a:rPr lang="fr-FR" sz="2000" kern="1200"/>
            <a:t> pour l'exécution non-bloquante de la prédiction du modèle.</a:t>
          </a:r>
          <a:endParaRPr lang="en-US" sz="2000" kern="1200"/>
        </a:p>
      </dsp:txBody>
      <dsp:txXfrm>
        <a:off x="4155097" y="1088253"/>
        <a:ext cx="2959127" cy="1837317"/>
      </dsp:txXfrm>
    </dsp:sp>
    <dsp:sp modelId="{8D1E0B45-5FD0-4EF0-9E22-78F5106BD88A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E751F-E716-46FD-B601-1DA7D8C4F78E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/>
            <a:t>Avantage UX :</a:t>
          </a:r>
          <a:r>
            <a:rPr lang="fr-FR" sz="2000" kern="1200"/>
            <a:t> Le GUI reste réactif (affichage "typing...") pendant que la prédiction s'exécute en arrière-plan.</a:t>
          </a:r>
          <a:endParaRPr lang="en-US" sz="2000" kern="1200"/>
        </a:p>
      </dsp:txBody>
      <dsp:txXfrm>
        <a:off x="7911539" y="1088253"/>
        <a:ext cx="2959127" cy="18373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4B888F-FEBC-4730-8199-E5B7825D241E}">
      <dsp:nvSpPr>
        <dsp:cNvPr id="0" name=""/>
        <dsp:cNvSpPr/>
      </dsp:nvSpPr>
      <dsp:spPr>
        <a:xfrm>
          <a:off x="3080" y="464830"/>
          <a:ext cx="2444055" cy="34216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>
              <a:hlinkClick xmlns:r="http://schemas.openxmlformats.org/officeDocument/2006/relationships" r:id="rId1"/>
            </a:rPr>
            <a:t>https://chatbotsmagazine.com/contextual-chat-bots-with-tensorflow-4391749d0077</a:t>
          </a:r>
          <a:endParaRPr lang="en-US" sz="1100" kern="1200"/>
        </a:p>
      </dsp:txBody>
      <dsp:txXfrm>
        <a:off x="3080" y="1765067"/>
        <a:ext cx="2444055" cy="2053006"/>
      </dsp:txXfrm>
    </dsp:sp>
    <dsp:sp modelId="{2A86F1D6-0FDB-4457-832C-06F50548106E}">
      <dsp:nvSpPr>
        <dsp:cNvPr id="0" name=""/>
        <dsp:cNvSpPr/>
      </dsp:nvSpPr>
      <dsp:spPr>
        <a:xfrm>
          <a:off x="711856" y="806997"/>
          <a:ext cx="1026503" cy="10265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957325"/>
        <a:ext cx="725847" cy="725847"/>
      </dsp:txXfrm>
    </dsp:sp>
    <dsp:sp modelId="{2277C1FF-199E-4111-9B74-23EDB8663890}">
      <dsp:nvSpPr>
        <dsp:cNvPr id="0" name=""/>
        <dsp:cNvSpPr/>
      </dsp:nvSpPr>
      <dsp:spPr>
        <a:xfrm>
          <a:off x="3080" y="3886435"/>
          <a:ext cx="244405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B99CF1-C366-4FD9-83C4-A884EA3D2ECB}">
      <dsp:nvSpPr>
        <dsp:cNvPr id="0" name=""/>
        <dsp:cNvSpPr/>
      </dsp:nvSpPr>
      <dsp:spPr>
        <a:xfrm>
          <a:off x="2691541" y="464830"/>
          <a:ext cx="2444055" cy="34216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>
              <a:hlinkClick xmlns:r="http://schemas.openxmlformats.org/officeDocument/2006/relationships" r:id="rId2"/>
            </a:rPr>
            <a:t>https://youtu.be/a040VmmO-AY?si=9IJ82qXV6B5TRzzv</a:t>
          </a:r>
          <a:endParaRPr lang="en-US" sz="1100" kern="1200"/>
        </a:p>
      </dsp:txBody>
      <dsp:txXfrm>
        <a:off x="2691541" y="1765067"/>
        <a:ext cx="2444055" cy="2053006"/>
      </dsp:txXfrm>
    </dsp:sp>
    <dsp:sp modelId="{324D1E02-F699-4A68-BEF9-258DE8EF3267}">
      <dsp:nvSpPr>
        <dsp:cNvPr id="0" name=""/>
        <dsp:cNvSpPr/>
      </dsp:nvSpPr>
      <dsp:spPr>
        <a:xfrm>
          <a:off x="3400317" y="806997"/>
          <a:ext cx="1026503" cy="10265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957325"/>
        <a:ext cx="725847" cy="725847"/>
      </dsp:txXfrm>
    </dsp:sp>
    <dsp:sp modelId="{9ED07D0F-8848-4119-9EC3-3F56F7447324}">
      <dsp:nvSpPr>
        <dsp:cNvPr id="0" name=""/>
        <dsp:cNvSpPr/>
      </dsp:nvSpPr>
      <dsp:spPr>
        <a:xfrm>
          <a:off x="2691541" y="3886435"/>
          <a:ext cx="244405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6516CC-63B8-4CD1-B175-4F7542239C6A}">
      <dsp:nvSpPr>
        <dsp:cNvPr id="0" name=""/>
        <dsp:cNvSpPr/>
      </dsp:nvSpPr>
      <dsp:spPr>
        <a:xfrm>
          <a:off x="5380002" y="464830"/>
          <a:ext cx="2444055" cy="34216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>
              <a:hlinkClick xmlns:r="http://schemas.openxmlformats.org/officeDocument/2006/relationships" r:id="rId3"/>
            </a:rPr>
            <a:t>https://github.com/patrickloeber/pytorch-chatbot</a:t>
          </a:r>
          <a:endParaRPr lang="en-US" sz="1100" kern="1200"/>
        </a:p>
      </dsp:txBody>
      <dsp:txXfrm>
        <a:off x="5380002" y="1765067"/>
        <a:ext cx="2444055" cy="2053006"/>
      </dsp:txXfrm>
    </dsp:sp>
    <dsp:sp modelId="{E7971092-5970-4EB7-84E3-27D8D1EE9060}">
      <dsp:nvSpPr>
        <dsp:cNvPr id="0" name=""/>
        <dsp:cNvSpPr/>
      </dsp:nvSpPr>
      <dsp:spPr>
        <a:xfrm>
          <a:off x="6088778" y="806997"/>
          <a:ext cx="1026503" cy="10265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957325"/>
        <a:ext cx="725847" cy="725847"/>
      </dsp:txXfrm>
    </dsp:sp>
    <dsp:sp modelId="{36077D63-0219-4987-8090-3555A4F6C9EF}">
      <dsp:nvSpPr>
        <dsp:cNvPr id="0" name=""/>
        <dsp:cNvSpPr/>
      </dsp:nvSpPr>
      <dsp:spPr>
        <a:xfrm>
          <a:off x="5380002" y="3886435"/>
          <a:ext cx="244405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0028C7-B585-4D85-B892-2A70802413D9}">
      <dsp:nvSpPr>
        <dsp:cNvPr id="0" name=""/>
        <dsp:cNvSpPr/>
      </dsp:nvSpPr>
      <dsp:spPr>
        <a:xfrm>
          <a:off x="8068463" y="464830"/>
          <a:ext cx="2444055" cy="34216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>
              <a:hlinkClick xmlns:r="http://schemas.openxmlformats.org/officeDocument/2006/relationships" r:id="rId4"/>
            </a:rPr>
            <a:t>https://youtu.be/RpWeNzfSUHw?si=KF1174rAoIEus9nb</a:t>
          </a:r>
          <a:endParaRPr lang="en-US" sz="1100" kern="1200"/>
        </a:p>
      </dsp:txBody>
      <dsp:txXfrm>
        <a:off x="8068463" y="1765067"/>
        <a:ext cx="2444055" cy="2053006"/>
      </dsp:txXfrm>
    </dsp:sp>
    <dsp:sp modelId="{EE763572-0F42-4568-A18F-FFB11DAE224E}">
      <dsp:nvSpPr>
        <dsp:cNvPr id="0" name=""/>
        <dsp:cNvSpPr/>
      </dsp:nvSpPr>
      <dsp:spPr>
        <a:xfrm>
          <a:off x="8777239" y="806997"/>
          <a:ext cx="1026503" cy="10265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957325"/>
        <a:ext cx="725847" cy="725847"/>
      </dsp:txXfrm>
    </dsp:sp>
    <dsp:sp modelId="{DA042C70-52D8-45BA-9D06-10D590B7ABA6}">
      <dsp:nvSpPr>
        <dsp:cNvPr id="0" name=""/>
        <dsp:cNvSpPr/>
      </dsp:nvSpPr>
      <dsp:spPr>
        <a:xfrm>
          <a:off x="8068463" y="3886435"/>
          <a:ext cx="244405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AE1DC-0C2E-4A3D-9316-044DE15AEAF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DD3699-7C99-4905-89B4-9569A357E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1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DD3699-7C99-4905-89B4-9569A357ED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341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831FB-9690-99A6-2375-D5F219041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EB1BE-40CF-2FCF-5BD9-2CAD60A06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E1289-4EA4-3828-42BD-AFE9773F4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1B26-9EEF-4DC6-88B5-16800F885D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059FC-DAEE-7401-CCC4-AD4EE55E8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411C5-FB3B-B295-7355-ADB6D00AD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552-5E12-4A27-B3AB-DEAB2482B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28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A6645-D1D2-03F9-A615-8B7FEE608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2B11-7047-285A-FE80-60EDACFF6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24F9B-D69E-BE29-7D21-25E181298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1B26-9EEF-4DC6-88B5-16800F885D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ABFA0-3620-35B4-D962-1367016C3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1B159-5711-50B3-9412-152652EF3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552-5E12-4A27-B3AB-DEAB2482B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0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6EBA0-AF92-04AC-16C3-AB3D0CD2C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22BFB-003D-CD53-FC06-D04F0F9D1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E05D1-C508-DACB-80F2-AD2EA1D5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1B26-9EEF-4DC6-88B5-16800F885D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0BA7F-7E91-E398-81E7-8963B9E0A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A277F-3F0A-80D4-BFE6-AFB2D569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552-5E12-4A27-B3AB-DEAB2482B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67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0083-BB4B-D1D8-5A50-A42D31B7C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92EFE-BC9C-9A63-ABA6-9699FA9AAF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C7E08-B11C-FCD1-743C-6351E66D1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E848E-646B-9A0B-FF48-71BBB9582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1B26-9EEF-4DC6-88B5-16800F885D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8033C-399A-4BF3-197F-20287D415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A79F4-B663-91B0-C017-E7792327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552-5E12-4A27-B3AB-DEAB2482B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72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85733-D4C2-1F70-621E-47A639323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7D92F-9E8A-75D6-E616-64296FE57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3B6BA-4D3C-12F1-3B3C-451499E00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667FD7-043C-5CB4-E759-775F769F7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607DBA-CF24-91DB-D944-E24168515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3E7-313F-1BB4-2002-6A17FEDEF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1B26-9EEF-4DC6-88B5-16800F885D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DA4202-5FA2-43FF-7892-DD8EF6D20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562542-24A6-1AC3-296A-7B3716B2A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552-5E12-4A27-B3AB-DEAB2482B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0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B419B-8D67-F984-4E87-9B2CED278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8019B2-103A-6087-61C3-EF3E1866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1B26-9EEF-4DC6-88B5-16800F885D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EF2ED4-8D20-264A-6AEE-EA01EE058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0DAFA-6324-4224-4433-8D02EDB74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552-5E12-4A27-B3AB-DEAB2482B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31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390773-05B6-8582-BBE4-663969346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1B26-9EEF-4DC6-88B5-16800F885D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9EA6A9-A355-F68D-D8E3-ECA338C6A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27764-9158-9A30-42B1-1818112A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552-5E12-4A27-B3AB-DEAB2482B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31D58-5311-C950-D6F3-AB274EF4D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A8FA7-CFA0-FE3F-4712-A909D8EA1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4D30F-85A6-D310-6E1B-E216D6710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8CD71-69B7-CAFD-9EFB-8D81DC6D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1B26-9EEF-4DC6-88B5-16800F885D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9C4B1-2085-5DB4-592D-A48D4B076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4735D-881A-31D3-4459-BF9943FD4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552-5E12-4A27-B3AB-DEAB2482B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7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2429-CC55-1252-0EE1-45F59C01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4E445C-7E82-2F4E-7EEA-CF82C97F22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ED1FA7-319E-4FF2-B239-6188E6571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6A707-C1C1-A251-48E5-2B141A93D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1B26-9EEF-4DC6-88B5-16800F885D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8AEF7-48D2-38E6-0D22-E607E4688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782E9-6DD9-F0A3-1F39-DB74BE004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552-5E12-4A27-B3AB-DEAB2482B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34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C1FC4-4889-D6A5-E895-666EF0136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76832C-9B50-27E4-70FA-E96F0AA61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EA0D4-D733-828F-EC0B-C9E97F908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1B26-9EEF-4DC6-88B5-16800F885D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32549-0843-434C-244D-14775BD7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AE4D3-8368-6FCF-FBC9-98BF08E27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552-5E12-4A27-B3AB-DEAB2482B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7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FC493F-90BC-E5EE-C004-004C64C371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314E4-B90F-7D4A-E650-3A129F03F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6132B-00B0-34F9-D9B0-7817BCE6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1B26-9EEF-4DC6-88B5-16800F885D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169E0-769A-4D07-67BC-91FB84FD3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522F-45BB-57E7-6532-605AD883B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552-5E12-4A27-B3AB-DEAB2482B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57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EAD9E-8016-A4E5-061A-03D119077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B9577-53F6-21FE-2178-A6577A509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5ECCF-2C13-A6FD-1979-4BFC1A1F67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C1B26-9EEF-4DC6-88B5-16800F885D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E08E7-8F50-03D2-B07B-AAD8F5E31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527C0-407A-F7EF-FE25-1401F6DF1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BD552-5E12-4A27-B3AB-DEAB2482B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91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CA576C9-352F-7EA2-0DB2-72626E7EE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5" y="163432"/>
            <a:ext cx="9014348" cy="24020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b="1" kern="1200" dirty="0" err="1">
                <a:latin typeface="+mj-lt"/>
                <a:ea typeface="+mj-ea"/>
                <a:cs typeface="+mj-cs"/>
              </a:rPr>
              <a:t>MedBot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: Système de Classification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d'Intention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pour la Santé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035B67-95D8-C6CE-1E23-FFDD2295FA9F}"/>
              </a:ext>
            </a:extLst>
          </p:cNvPr>
          <p:cNvSpPr txBox="1"/>
          <p:nvPr/>
        </p:nvSpPr>
        <p:spPr>
          <a:xfrm>
            <a:off x="1329765" y="4892722"/>
            <a:ext cx="2042085" cy="1078173"/>
          </a:xfrm>
          <a:prstGeom prst="rect">
            <a:avLst/>
          </a:prstGeom>
        </p:spPr>
        <p:txBody>
          <a:bodyPr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 b="1">
                <a:solidFill>
                  <a:srgbClr val="FFFFFF"/>
                </a:solidFill>
              </a:rPr>
              <a:t>Auteur :</a:t>
            </a:r>
            <a:r>
              <a:rPr lang="en-US" sz="1200">
                <a:solidFill>
                  <a:srgbClr val="FFFFFF"/>
                </a:solidFill>
              </a:rPr>
              <a:t> Antonine Pelicier   </a:t>
            </a:r>
          </a:p>
          <a:p>
            <a:pPr>
              <a:spcAft>
                <a:spcPts val="600"/>
              </a:spcAft>
            </a:pPr>
            <a:r>
              <a:rPr lang="en-US" sz="1200">
                <a:solidFill>
                  <a:srgbClr val="FFFFFF"/>
                </a:solidFill>
              </a:rPr>
              <a:t>                   Steve Calixte</a:t>
            </a:r>
          </a:p>
          <a:p>
            <a:pPr>
              <a:spcAft>
                <a:spcPts val="600"/>
              </a:spcAft>
            </a:pPr>
            <a:endParaRPr lang="en-US" sz="1200"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200" b="1">
                <a:solidFill>
                  <a:srgbClr val="FFFFFF"/>
                </a:solidFill>
              </a:rPr>
              <a:t>Rôle:</a:t>
            </a:r>
            <a:r>
              <a:rPr lang="en-US" sz="1200">
                <a:solidFill>
                  <a:srgbClr val="FFFFFF"/>
                </a:solidFill>
              </a:rPr>
              <a:t> Développeur AI and </a:t>
            </a:r>
          </a:p>
          <a:p>
            <a:pPr>
              <a:spcAft>
                <a:spcPts val="600"/>
              </a:spcAft>
            </a:pPr>
            <a:r>
              <a:rPr lang="en-US" sz="1200">
                <a:solidFill>
                  <a:srgbClr val="FFFFFF"/>
                </a:solidFill>
              </a:rPr>
              <a:t>             Data scientist</a:t>
            </a:r>
            <a:endParaRPr 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314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5CD840-2688-7F98-9489-A7FF5EB7E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la Présentation</a:t>
            </a:r>
          </a:p>
        </p:txBody>
      </p:sp>
      <p:graphicFrame>
        <p:nvGraphicFramePr>
          <p:cNvPr id="35" name="TextBox 32">
            <a:extLst>
              <a:ext uri="{FF2B5EF4-FFF2-40B4-BE49-F238E27FC236}">
                <a16:creationId xmlns:a16="http://schemas.microsoft.com/office/drawing/2014/main" id="{F70ABEBF-3A89-CF53-FE1F-A45EDF87C1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2054496"/>
              </p:ext>
            </p:extLst>
          </p:nvPr>
        </p:nvGraphicFramePr>
        <p:xfrm>
          <a:off x="6099048" y="621792"/>
          <a:ext cx="525780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85843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EE3F49-F8DD-B6DF-5140-45B40F9C8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2B5EB-B5DE-45FC-222A-869AA9F5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Qu’est-ce qu’un chatbot intelligent ?</a:t>
            </a:r>
            <a:b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Différence entre chatbot classique et intelligent</a:t>
            </a:r>
            <a:endParaRPr lang="en-US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3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4067D-E7E0-9CB7-2359-54B597C2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AFA48-87D0-C51F-17BB-4FDF75B7A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 b="1">
                <a:solidFill>
                  <a:srgbClr val="FFFFFF"/>
                </a:solidFill>
              </a:rPr>
              <a:t>Efficacité Opérationnelle et Fiabilité</a:t>
            </a:r>
            <a:endParaRPr lang="en-US" sz="4000" b="1">
              <a:solidFill>
                <a:srgbClr val="FFFFFF"/>
              </a:solidFill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3AFB078B-FD57-C110-9944-65238E7385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898231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4343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77EBE-3FC3-3B85-B502-0337304B0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C724CB-54B4-798A-D61F-71A81E37F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Présentation des données</a:t>
            </a:r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7F9AED0-767D-D6B7-1C4F-B67EBC4C5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16" b="10378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E3E693CE-4AAC-F34A-1C1C-2BB916483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982" y="3752850"/>
            <a:ext cx="7485413" cy="2452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Source des données 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Fichier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JSON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healthcare_intents.json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contenant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des intentions et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exemples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de phrases.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Structure des données 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</a:rPr>
              <a:t>intent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sujet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(ex : prendre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rendez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-vous)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</a:rPr>
              <a:t>patterns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exemples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de questions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utilisateurs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</a:rPr>
              <a:t>responses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réponses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possibles du bot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28752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D2EC59-BB7D-8B3B-0710-7B0DA8C7F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45E911-2713-BDCD-B524-CB325B3AC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Pré-</a:t>
            </a:r>
            <a:r>
              <a:rPr lang="en-US" sz="4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traitement</a:t>
            </a: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des données</a:t>
            </a:r>
          </a:p>
        </p:txBody>
      </p:sp>
      <p:pic>
        <p:nvPicPr>
          <p:cNvPr id="39" name="Graphic 38" descr="Stethoscope">
            <a:extLst>
              <a:ext uri="{FF2B5EF4-FFF2-40B4-BE49-F238E27FC236}">
                <a16:creationId xmlns:a16="http://schemas.microsoft.com/office/drawing/2014/main" id="{0D2CE568-6215-9350-E1DE-D2E75C43B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3ECA0F-44BF-017F-C6FA-5E6BE8333CB6}"/>
              </a:ext>
            </a:extLst>
          </p:cNvPr>
          <p:cNvSpPr txBox="1"/>
          <p:nvPr/>
        </p:nvSpPr>
        <p:spPr>
          <a:xfrm>
            <a:off x="5596502" y="2405894"/>
            <a:ext cx="5754896" cy="31974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Étapes </a:t>
            </a:r>
            <a:r>
              <a:rPr lang="en-US" sz="2000" b="1" dirty="0" err="1"/>
              <a:t>Clés</a:t>
            </a:r>
            <a:r>
              <a:rPr lang="en-US" sz="2000" b="1" dirty="0"/>
              <a:t> du Pré-</a:t>
            </a:r>
            <a:r>
              <a:rPr lang="en-US" sz="2000" b="1" dirty="0" err="1"/>
              <a:t>traitement</a:t>
            </a:r>
            <a:r>
              <a:rPr lang="en-US" sz="2000" b="1" dirty="0"/>
              <a:t> :</a:t>
            </a:r>
            <a:endParaRPr lang="en-US" sz="2000" dirty="0"/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Acquisition de données </a:t>
            </a:r>
            <a:r>
              <a:rPr lang="en-US" sz="2000" dirty="0" err="1"/>
              <a:t>structurées</a:t>
            </a:r>
            <a:r>
              <a:rPr lang="en-US" sz="2000" dirty="0"/>
              <a:t> (</a:t>
            </a:r>
            <a:r>
              <a:rPr lang="en-US" sz="2000" dirty="0" err="1"/>
              <a:t>healthcare_intents.json</a:t>
            </a:r>
            <a:r>
              <a:rPr lang="en-US" sz="2000" dirty="0"/>
              <a:t>).</a:t>
            </a:r>
          </a:p>
          <a:p>
            <a:pPr marL="28575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Tokenization et Suppression des Stop Words.</a:t>
            </a:r>
          </a:p>
          <a:p>
            <a:pPr marL="28575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Normalisation</a:t>
            </a:r>
            <a:r>
              <a:rPr lang="en-US" sz="2000" dirty="0"/>
              <a:t> par </a:t>
            </a:r>
            <a:r>
              <a:rPr lang="en-US" sz="2000" b="1" dirty="0" err="1"/>
              <a:t>Lemmatisation</a:t>
            </a:r>
            <a:r>
              <a:rPr lang="en-US" sz="2000" b="1" dirty="0"/>
              <a:t> (NLTK)</a:t>
            </a:r>
            <a:r>
              <a:rPr lang="en-US" sz="2000" dirty="0"/>
              <a:t> pour </a:t>
            </a:r>
            <a:r>
              <a:rPr lang="en-US" sz="2000" dirty="0" err="1"/>
              <a:t>minimiser</a:t>
            </a:r>
            <a:r>
              <a:rPr lang="en-US" sz="2000" dirty="0"/>
              <a:t> la variance </a:t>
            </a:r>
            <a:r>
              <a:rPr lang="en-US" sz="2000" dirty="0" err="1"/>
              <a:t>lexicale</a:t>
            </a:r>
            <a:r>
              <a:rPr lang="en-US" sz="2000" dirty="0"/>
              <a:t>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3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183CD-B826-2127-F17B-1CC528A9E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CE8F2-017D-2405-2EE9-DC1BA81A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Modélisation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TextBox 2">
            <a:extLst>
              <a:ext uri="{FF2B5EF4-FFF2-40B4-BE49-F238E27FC236}">
                <a16:creationId xmlns:a16="http://schemas.microsoft.com/office/drawing/2014/main" id="{5D1E27D3-B76B-7B92-0F4D-43A17AE879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806664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432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98C3A-F93D-E435-526E-45BF523D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638BE9-9C22-DB50-F73B-66D7E06B7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Architecture du Réseau de Neurones</a:t>
            </a:r>
            <a:endParaRPr lang="en-US" sz="48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717DF-2F35-F128-E93F-89DB89C8E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 dirty="0"/>
              <a:t>Structure </a:t>
            </a:r>
            <a:r>
              <a:rPr lang="en-US" b="1" dirty="0" err="1"/>
              <a:t>utilisée</a:t>
            </a:r>
            <a:endParaRPr lang="en-US" b="1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/>
              <a:t>Couche </a:t>
            </a:r>
            <a:r>
              <a:rPr lang="en-US" b="1" dirty="0" err="1"/>
              <a:t>d’entrée</a:t>
            </a:r>
            <a:r>
              <a:rPr lang="en-US" b="1" dirty="0"/>
              <a:t> :</a:t>
            </a:r>
            <a:r>
              <a:rPr lang="en-US" dirty="0"/>
              <a:t> </a:t>
            </a:r>
            <a:r>
              <a:rPr lang="en-US" dirty="0" err="1"/>
              <a:t>reçoit</a:t>
            </a:r>
            <a:r>
              <a:rPr lang="en-US" dirty="0"/>
              <a:t> les </a:t>
            </a:r>
            <a:r>
              <a:rPr lang="en-US" dirty="0" err="1"/>
              <a:t>valeurs</a:t>
            </a:r>
            <a:r>
              <a:rPr lang="en-US" dirty="0"/>
              <a:t> TF-IDF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/>
              <a:t>Couches </a:t>
            </a:r>
            <a:r>
              <a:rPr lang="en-US" b="1" dirty="0" err="1"/>
              <a:t>cachées</a:t>
            </a:r>
            <a:r>
              <a:rPr lang="en-US" b="1" dirty="0"/>
              <a:t> :</a:t>
            </a:r>
            <a:r>
              <a:rPr lang="en-US" dirty="0"/>
              <a:t> 4 couches </a:t>
            </a:r>
            <a:r>
              <a:rPr lang="en-US" dirty="0" err="1"/>
              <a:t>linéaires</a:t>
            </a:r>
            <a:r>
              <a:rPr lang="en-US" dirty="0"/>
              <a:t> avec activation </a:t>
            </a:r>
            <a:r>
              <a:rPr lang="en-US" b="1" dirty="0" err="1"/>
              <a:t>ReLU</a:t>
            </a: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/>
              <a:t>Dropout :</a:t>
            </a:r>
            <a:r>
              <a:rPr lang="en-US" dirty="0"/>
              <a:t> </a:t>
            </a:r>
            <a:r>
              <a:rPr lang="en-US" dirty="0" err="1"/>
              <a:t>évite</a:t>
            </a:r>
            <a:r>
              <a:rPr lang="en-US" dirty="0"/>
              <a:t> le </a:t>
            </a:r>
            <a:r>
              <a:rPr lang="en-US" dirty="0" err="1"/>
              <a:t>surapprentissage</a:t>
            </a:r>
            <a:r>
              <a:rPr lang="en-US" dirty="0"/>
              <a:t> (</a:t>
            </a:r>
            <a:r>
              <a:rPr lang="en-US" dirty="0" err="1"/>
              <a:t>empêche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 de trop </a:t>
            </a:r>
            <a:r>
              <a:rPr lang="en-US" dirty="0" err="1"/>
              <a:t>mémoriser</a:t>
            </a:r>
            <a:r>
              <a:rPr lang="en-US" dirty="0"/>
              <a:t>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/>
              <a:t>Couche de sortie :</a:t>
            </a:r>
            <a:r>
              <a:rPr lang="en-US" dirty="0"/>
              <a:t> </a:t>
            </a:r>
            <a:r>
              <a:rPr lang="en-US" dirty="0" err="1"/>
              <a:t>prédit</a:t>
            </a:r>
            <a:r>
              <a:rPr lang="en-US" dirty="0"/>
              <a:t> </a:t>
            </a:r>
            <a:r>
              <a:rPr lang="en-US" dirty="0" err="1"/>
              <a:t>l’intention</a:t>
            </a:r>
            <a:r>
              <a:rPr lang="en-US" dirty="0"/>
              <a:t> (ex. “</a:t>
            </a:r>
            <a:r>
              <a:rPr lang="en-US" dirty="0" err="1"/>
              <a:t>bookappointment</a:t>
            </a:r>
            <a:r>
              <a:rPr lang="en-US" dirty="0"/>
              <a:t>”, “</a:t>
            </a:r>
            <a:r>
              <a:rPr lang="en-US" dirty="0" err="1"/>
              <a:t>cancelappointment</a:t>
            </a:r>
            <a:r>
              <a:rPr lang="en-US" dirty="0"/>
              <a:t>”)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781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872812-2A92-C4AD-09E3-B25D16C28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5C6CC-0A32-FFEE-F368-1C96EB60E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fr-FR" sz="3600" b="1" dirty="0"/>
              <a:t>Stratégie d'Entraînement et Validation Rigoureuse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3C745-01D2-5355-5666-1AD7606FC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latin typeface="Google Sans Text"/>
              </a:rPr>
              <a:t>Hyperparamètres Clés 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oogle Sans Text"/>
              </a:rPr>
              <a:t>Loss :</a:t>
            </a:r>
            <a:r>
              <a:rPr lang="en-US" altLang="en-US" dirty="0">
                <a:latin typeface="Google Sans Text"/>
              </a:rPr>
              <a:t> </a:t>
            </a:r>
            <a:r>
              <a:rPr lang="en-US" altLang="en-US">
                <a:latin typeface="Google Sans Text"/>
              </a:rPr>
              <a:t>nn.CrossEntropyLoss</a:t>
            </a:r>
            <a:r>
              <a:rPr lang="en-US" altLang="en-US" dirty="0">
                <a:latin typeface="Google Sans Text"/>
              </a:rPr>
              <a:t>.</a:t>
            </a:r>
            <a:endParaRPr lang="en-US" altLang="en-US">
              <a:latin typeface="Google Sans Text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latin typeface="Google Sans Text"/>
              </a:rPr>
              <a:t>Optimiseur</a:t>
            </a:r>
            <a:r>
              <a:rPr lang="en-US" altLang="en-US" b="1" dirty="0">
                <a:latin typeface="Google Sans Text"/>
              </a:rPr>
              <a:t> :</a:t>
            </a:r>
            <a:r>
              <a:rPr lang="en-US" altLang="en-US" dirty="0">
                <a:latin typeface="Google Sans Text"/>
              </a:rPr>
              <a:t> </a:t>
            </a:r>
            <a:r>
              <a:rPr lang="en-US" altLang="en-US">
                <a:latin typeface="Google Sans Text"/>
              </a:rPr>
              <a:t>optim.Adam</a:t>
            </a:r>
            <a:r>
              <a:rPr lang="en-US" altLang="en-US" dirty="0">
                <a:latin typeface="Google Sans Text"/>
              </a:rPr>
              <a:t>.</a:t>
            </a:r>
            <a:endParaRPr lang="en-US" altLang="en-US">
              <a:latin typeface="Google Sans Text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oogle Sans Text"/>
              </a:rPr>
              <a:t>Gestion du Learning Rate :</a:t>
            </a:r>
            <a:r>
              <a:rPr lang="en-US" altLang="en-US" dirty="0">
                <a:latin typeface="Google Sans Text"/>
              </a:rPr>
              <a:t> </a:t>
            </a:r>
            <a:r>
              <a:rPr lang="en-US" altLang="en-US">
                <a:latin typeface="Google Sans Text"/>
              </a:rPr>
              <a:t>StepLR</a:t>
            </a:r>
            <a:r>
              <a:rPr lang="en-US" altLang="en-US" dirty="0">
                <a:latin typeface="Google Sans Text"/>
              </a:rPr>
              <a:t> Scheduler.</a:t>
            </a:r>
            <a:endParaRPr lang="en-US" altLang="en-US">
              <a:latin typeface="Google Sans Text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>
              <a:latin typeface="Google Sans Tex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latin typeface="Google Sans Text"/>
              </a:rPr>
              <a:t>Validation :</a:t>
            </a:r>
            <a:r>
              <a:rPr lang="en-US" altLang="en-US" sz="2400">
                <a:latin typeface="Google Sans Text"/>
              </a:rPr>
              <a:t> Partitionnement Train/Test (80/20) avec </a:t>
            </a:r>
            <a:r>
              <a:rPr lang="en-US" altLang="en-US" sz="2400" b="1">
                <a:latin typeface="Google Sans Text"/>
              </a:rPr>
              <a:t>Stratification </a:t>
            </a:r>
            <a:r>
              <a:rPr lang="en-US" altLang="en-US" sz="2400">
                <a:latin typeface="Google Sans Text"/>
              </a:rPr>
              <a:t>pour garantir une distribution équilibrée des classes.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latin typeface="Google Sans Text"/>
              </a:rPr>
              <a:t>Référence Code :</a:t>
            </a:r>
            <a:r>
              <a:rPr lang="en-US" altLang="en-US" sz="2400">
                <a:latin typeface="Google Sans Text"/>
              </a:rPr>
              <a:t> Logique d'entraînement dans le fichier </a:t>
            </a:r>
            <a:r>
              <a:rPr kumimoji="0" lang="en-US" altLang="en-US" sz="2400" b="1" i="1" u="none" strike="noStrike" cap="none" normalizeH="0" baseline="0">
                <a:ln>
                  <a:noFill/>
                </a:ln>
                <a:effectLst/>
                <a:latin typeface="Google Sans Text"/>
              </a:rPr>
              <a:t>Chatbot.ipynb</a:t>
            </a:r>
            <a:endParaRPr lang="en-US" altLang="en-US" sz="2400" i="1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fr-FR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614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5C41C-0270-B4AB-E340-EF6FD1FCC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F02921-D165-8366-4572-913624A41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pPr algn="ctr"/>
            <a:r>
              <a:rPr lang="fr-FR" sz="3600" b="1" dirty="0"/>
              <a:t>Résultats et Métriques de Performance (Test Set)</a:t>
            </a:r>
            <a:endParaRPr lang="en-US"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9EAE28-F497-61F8-0CC3-1278731B61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91" r="29924" b="-2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B7325E-DC5A-DCD8-0112-F0B77F27E1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9498466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70987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69C2FA-81C4-D0D3-C8D2-6878F74F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6FF4FF-E1EC-1FB7-5A6C-08E37FEDB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619" y="190195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Graphique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la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Courbe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Perte</a:t>
            </a:r>
          </a:p>
        </p:txBody>
      </p:sp>
      <p:pic>
        <p:nvPicPr>
          <p:cNvPr id="5" name="Content Placeholder 4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E20FF673-D6AE-AC8D-A7EA-F8F235593F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972245"/>
            <a:ext cx="7225748" cy="491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138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C934B-5706-1CED-2A0C-DE25F4647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0D1D0-A912-468A-C805-58643BD38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925" y="1321056"/>
            <a:ext cx="10684151" cy="1991979"/>
          </a:xfrm>
        </p:spPr>
        <p:txBody>
          <a:bodyPr anchor="b">
            <a:normAutofit/>
          </a:bodyPr>
          <a:lstStyle/>
          <a:p>
            <a:r>
              <a:rPr lang="en-US" sz="4800" b="1" dirty="0" err="1">
                <a:solidFill>
                  <a:schemeClr val="tx2"/>
                </a:solidFill>
              </a:rPr>
              <a:t>Déploiement</a:t>
            </a:r>
            <a:r>
              <a:rPr lang="en-US" sz="4800" b="1" dirty="0">
                <a:solidFill>
                  <a:schemeClr val="tx2"/>
                </a:solidFill>
              </a:rPr>
              <a:t> et </a:t>
            </a:r>
            <a:r>
              <a:rPr lang="en-US" sz="4800" b="1" dirty="0" err="1">
                <a:solidFill>
                  <a:schemeClr val="tx2"/>
                </a:solidFill>
              </a:rPr>
              <a:t>Expérience</a:t>
            </a:r>
            <a:r>
              <a:rPr lang="en-US" sz="4800" b="1" dirty="0">
                <a:solidFill>
                  <a:schemeClr val="tx2"/>
                </a:solidFill>
              </a:rPr>
              <a:t> </a:t>
            </a:r>
            <a:r>
              <a:rPr lang="en-US" sz="4800" b="1" dirty="0" err="1">
                <a:solidFill>
                  <a:schemeClr val="tx2"/>
                </a:solidFill>
              </a:rPr>
              <a:t>Utilisateur</a:t>
            </a:r>
            <a:endParaRPr lang="en-US" sz="4800" b="1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D24DE-F2DA-DC96-75DC-2E0B9147A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395" y="3525490"/>
            <a:ext cx="9469211" cy="865639"/>
          </a:xfrm>
        </p:spPr>
        <p:txBody>
          <a:bodyPr anchor="t">
            <a:normAutofit/>
          </a:bodyPr>
          <a:lstStyle/>
          <a:p>
            <a:r>
              <a:rPr lang="en-US" dirty="0" err="1">
                <a:solidFill>
                  <a:schemeClr val="tx2"/>
                </a:solidFill>
              </a:rPr>
              <a:t>Déploiement</a:t>
            </a:r>
            <a:r>
              <a:rPr lang="en-US" dirty="0">
                <a:solidFill>
                  <a:schemeClr val="tx2"/>
                </a:solidFill>
              </a:rPr>
              <a:t> de </a:t>
            </a:r>
            <a:r>
              <a:rPr lang="en-US" dirty="0" err="1">
                <a:solidFill>
                  <a:schemeClr val="tx2"/>
                </a:solidFill>
              </a:rPr>
              <a:t>l'Interface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Utilisateur</a:t>
            </a:r>
            <a:r>
              <a:rPr lang="en-US" dirty="0">
                <a:solidFill>
                  <a:schemeClr val="tx2"/>
                </a:solidFill>
              </a:rPr>
              <a:t> (UX)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6077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A2AE2-A7A2-0445-2E42-5C6B0237E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41A3FD-8EBE-DDC9-8CF6-4AD1474F5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US" sz="5400" b="1" dirty="0" err="1">
                <a:solidFill>
                  <a:srgbClr val="FFFFFF"/>
                </a:solidFill>
              </a:rPr>
              <a:t>L'Interface</a:t>
            </a:r>
            <a:r>
              <a:rPr lang="en-US" sz="5400" b="1" dirty="0">
                <a:solidFill>
                  <a:srgbClr val="FFFFFF"/>
                </a:solidFill>
              </a:rPr>
              <a:t> </a:t>
            </a:r>
            <a:r>
              <a:rPr lang="en-US" sz="5400" b="1" dirty="0" err="1">
                <a:solidFill>
                  <a:srgbClr val="FFFFFF"/>
                </a:solidFill>
              </a:rPr>
              <a:t>Utilisateur</a:t>
            </a:r>
            <a:r>
              <a:rPr lang="en-US" sz="5400" b="1" dirty="0">
                <a:solidFill>
                  <a:srgbClr val="FFFFFF"/>
                </a:solidFill>
              </a:rPr>
              <a:t> (UX)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D614B4E0-F978-8B97-6DE6-24520F1179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083920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0256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F82582-E2AE-478B-F12E-0AFC1B13B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98A806-B9D1-23C7-47FC-340FBAA88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276806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L'Interface</a:t>
            </a:r>
            <a:r>
              <a:rPr lang="en-US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Utilisateur</a:t>
            </a:r>
            <a:r>
              <a:rPr lang="en-US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(UX)</a:t>
            </a:r>
          </a:p>
        </p:txBody>
      </p:sp>
      <p:pic>
        <p:nvPicPr>
          <p:cNvPr id="13" name="Content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363713-815D-BDEB-1098-DC41C55F8E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118" y="467208"/>
            <a:ext cx="6352368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51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6AB28-20A9-0424-B8C0-6B4A7ACD8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628930-43C3-A8D3-E573-A4F3F10D2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fr-FR" sz="5200" b="1" dirty="0"/>
              <a:t>Conclusion et Feuille de Route (Roadmap)</a:t>
            </a:r>
            <a:endParaRPr lang="en-US" sz="5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07C55F-CBBD-1F13-E441-A6824A4B4A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2074" y="4635611"/>
            <a:ext cx="8623553" cy="1086200"/>
          </a:xfrm>
        </p:spPr>
        <p:txBody>
          <a:bodyPr>
            <a:normAutofit/>
          </a:bodyPr>
          <a:lstStyle/>
          <a:p>
            <a:pPr algn="l"/>
            <a:r>
              <a:rPr lang="fr-FR" sz="2800" dirty="0"/>
              <a:t>Conclusion et Feuille de Route Stratégique</a:t>
            </a:r>
            <a:endParaRPr lang="en-US" sz="2800" dirty="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65DBDCC3-6531-8CEE-BC4A-0BB9B8299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Checkmark">
            <a:extLst>
              <a:ext uri="{FF2B5EF4-FFF2-40B4-BE49-F238E27FC236}">
                <a16:creationId xmlns:a16="http://schemas.microsoft.com/office/drawing/2014/main" id="{0CFC43CF-62A0-46D0-9CE3-1D0C458EE8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952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D0E352-0EEB-C90D-7791-890FAB9BF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7158A-B3C6-7F6F-78D0-81FEED228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algn="ctr"/>
            <a:r>
              <a:rPr lang="fr-FR" sz="4800" b="1" dirty="0"/>
              <a:t>Limite et Possibilité d’amélioration</a:t>
            </a:r>
            <a:endParaRPr lang="en-US" sz="48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0F63B-C71A-E9B9-8C17-AD8A14B9B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 b="1" dirty="0" err="1"/>
              <a:t>Dataset</a:t>
            </a:r>
            <a:endParaRPr lang="fr-FR" sz="2400" b="1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 b="1" dirty="0"/>
              <a:t>Disponible dans au moins 3 langues(Créole/Français/Anglais)</a:t>
            </a:r>
            <a:endParaRPr lang="fr-FR" sz="2400" dirty="0"/>
          </a:p>
          <a:p>
            <a:r>
              <a:rPr lang="fr-FR" sz="2400" b="1" dirty="0"/>
              <a:t>Amélioration du Traitement du Langage Naturel (NLP): </a:t>
            </a:r>
            <a:r>
              <a:rPr lang="fr-FR" sz="2400" dirty="0"/>
              <a:t>Le point de blocage actuel est le </a:t>
            </a:r>
            <a:r>
              <a:rPr lang="fr-FR" sz="2400" b="1" dirty="0"/>
              <a:t>TF-IDF (Bag-of-</a:t>
            </a:r>
            <a:r>
              <a:rPr lang="fr-FR" sz="2400" b="1" dirty="0" err="1"/>
              <a:t>Words</a:t>
            </a:r>
            <a:r>
              <a:rPr lang="fr-FR" sz="2400" b="1" dirty="0"/>
              <a:t>)</a:t>
            </a:r>
            <a:r>
              <a:rPr lang="fr-FR" sz="2400" dirty="0"/>
              <a:t>. La première amélioration est de remplacer cette technique par une méthode qui capture la sémantique et le contexte.</a:t>
            </a:r>
          </a:p>
          <a:p>
            <a:r>
              <a:rPr lang="fr-FR" sz="2400" b="1" dirty="0"/>
              <a:t>Migration</a:t>
            </a:r>
            <a:r>
              <a:rPr lang="fr-FR" sz="2400" dirty="0"/>
              <a:t> vers des </a:t>
            </a:r>
            <a:r>
              <a:rPr lang="fr-FR" sz="2400" b="1" dirty="0"/>
              <a:t>Word </a:t>
            </a:r>
            <a:r>
              <a:rPr lang="fr-FR" sz="2400" b="1" dirty="0" err="1"/>
              <a:t>Embeddings</a:t>
            </a:r>
            <a:r>
              <a:rPr lang="fr-FR" sz="2400" dirty="0"/>
              <a:t> afin d'enrichir la représentation des données pour le modèle </a:t>
            </a:r>
            <a:r>
              <a:rPr lang="fr-FR" sz="2400" dirty="0" err="1"/>
              <a:t>PyTorch</a:t>
            </a:r>
            <a:r>
              <a:rPr lang="fr-F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0278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49930-0F99-EA88-8DED-4E143DA24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6C8BF8-A3BB-2EC4-50B9-D91B9B2DE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267716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fr-FR" sz="4000" b="1" dirty="0">
                <a:solidFill>
                  <a:schemeClr val="tx2"/>
                </a:solidFill>
              </a:rPr>
              <a:t>Conclusion et Feuille de Route Stratégique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DBA64-F190-20C2-77F2-A515A6797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8852" y="2983012"/>
            <a:ext cx="10073990" cy="2978713"/>
          </a:xfrm>
        </p:spPr>
        <p:txBody>
          <a:bodyPr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sz="2000" b="1" dirty="0">
                <a:solidFill>
                  <a:schemeClr val="tx2"/>
                </a:solidFill>
              </a:rPr>
              <a:t>Synthèse :</a:t>
            </a:r>
            <a:r>
              <a:rPr lang="fr-FR" sz="2000" dirty="0">
                <a:solidFill>
                  <a:schemeClr val="tx2"/>
                </a:solidFill>
              </a:rPr>
              <a:t> Validation du système de classification d'intention Deep Learning haute performance.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sz="2000" b="1" dirty="0">
                <a:solidFill>
                  <a:schemeClr val="tx2"/>
                </a:solidFill>
              </a:rPr>
              <a:t>Roadmap Technique :</a:t>
            </a:r>
            <a:r>
              <a:rPr lang="fr-FR" sz="2000" dirty="0">
                <a:solidFill>
                  <a:schemeClr val="tx2"/>
                </a:solidFill>
              </a:rPr>
              <a:t> </a:t>
            </a:r>
            <a:r>
              <a:rPr lang="fr-FR" sz="2000" b="1" dirty="0">
                <a:solidFill>
                  <a:schemeClr val="tx2"/>
                </a:solidFill>
              </a:rPr>
              <a:t>Migration vers des Word </a:t>
            </a:r>
            <a:r>
              <a:rPr lang="fr-FR" sz="2000" b="1" dirty="0" err="1">
                <a:solidFill>
                  <a:schemeClr val="tx2"/>
                </a:solidFill>
              </a:rPr>
              <a:t>Embeddings</a:t>
            </a:r>
            <a:r>
              <a:rPr lang="fr-FR" sz="2000" b="1" dirty="0">
                <a:solidFill>
                  <a:schemeClr val="tx2"/>
                </a:solidFill>
              </a:rPr>
              <a:t> (Word2Vec, </a:t>
            </a:r>
            <a:r>
              <a:rPr lang="fr-FR" sz="2000" b="1" dirty="0" err="1">
                <a:solidFill>
                  <a:schemeClr val="tx2"/>
                </a:solidFill>
              </a:rPr>
              <a:t>FastText</a:t>
            </a:r>
            <a:r>
              <a:rPr lang="fr-FR" sz="2000" b="1" dirty="0">
                <a:solidFill>
                  <a:schemeClr val="tx2"/>
                </a:solidFill>
              </a:rPr>
              <a:t>) pour une capture sémantiqu</a:t>
            </a:r>
            <a:r>
              <a:rPr lang="fr-FR" sz="2000" dirty="0">
                <a:solidFill>
                  <a:schemeClr val="tx2"/>
                </a:solidFill>
              </a:rPr>
              <a:t>e plus riche (remplacement de TF-IDF).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sz="2000" b="1" dirty="0">
                <a:solidFill>
                  <a:schemeClr val="tx2"/>
                </a:solidFill>
              </a:rPr>
              <a:t>Roadmap Produit :</a:t>
            </a:r>
            <a:r>
              <a:rPr lang="fr-FR" sz="2000" dirty="0">
                <a:solidFill>
                  <a:schemeClr val="tx2"/>
                </a:solidFill>
              </a:rPr>
              <a:t> Déploiement en </a:t>
            </a:r>
            <a:r>
              <a:rPr lang="fr-FR" sz="2000" b="1" dirty="0">
                <a:solidFill>
                  <a:schemeClr val="tx2"/>
                </a:solidFill>
              </a:rPr>
              <a:t>Micro-service</a:t>
            </a:r>
            <a:r>
              <a:rPr lang="fr-FR" sz="2000" dirty="0">
                <a:solidFill>
                  <a:schemeClr val="tx2"/>
                </a:solidFill>
              </a:rPr>
              <a:t> (Flask/</a:t>
            </a:r>
            <a:r>
              <a:rPr lang="fr-FR" sz="2000" dirty="0" err="1">
                <a:solidFill>
                  <a:schemeClr val="tx2"/>
                </a:solidFill>
              </a:rPr>
              <a:t>Streamlit</a:t>
            </a:r>
            <a:r>
              <a:rPr lang="fr-FR" sz="2000" dirty="0">
                <a:solidFill>
                  <a:schemeClr val="tx2"/>
                </a:solidFill>
              </a:rPr>
              <a:t>) et intégration de la logique de </a:t>
            </a:r>
            <a:r>
              <a:rPr lang="fr-FR" sz="2000" i="1" dirty="0">
                <a:solidFill>
                  <a:schemeClr val="tx2"/>
                </a:solidFill>
              </a:rPr>
              <a:t>Tool-Use</a:t>
            </a:r>
            <a:r>
              <a:rPr lang="fr-FR" sz="2000" dirty="0">
                <a:solidFill>
                  <a:schemeClr val="tx2"/>
                </a:solidFill>
              </a:rPr>
              <a:t> (appel d'API pour actions concrètes).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5321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FED4E-66CD-DBF9-E2BC-D89F5A12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CF6BB-3A21-E489-3C29-49B2838F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000" b="1" dirty="0"/>
              <a:t>Webographie</a:t>
            </a:r>
            <a:endParaRPr lang="en-US" sz="6000" b="1" dirty="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C8B1FC2F-EB5F-4C0D-EA8C-8270014077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577611"/>
              </p:ext>
            </p:extLst>
          </p:nvPr>
        </p:nvGraphicFramePr>
        <p:xfrm>
          <a:off x="838200" y="1850009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3116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7CE00-1D6C-1232-7025-8AFE015D0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4444" y="2848015"/>
            <a:ext cx="5453058" cy="119084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8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5FAC71AE-C387-99B2-C687-6E66231DC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8958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747</Words>
  <Application>Microsoft Office PowerPoint</Application>
  <PresentationFormat>Widescreen</PresentationFormat>
  <Paragraphs>84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Google Sans Text</vt:lpstr>
      <vt:lpstr>Aptos</vt:lpstr>
      <vt:lpstr>Aptos Display</vt:lpstr>
      <vt:lpstr>Arial</vt:lpstr>
      <vt:lpstr>Wingdings</vt:lpstr>
      <vt:lpstr>Office Theme</vt:lpstr>
      <vt:lpstr>MedBot : Système de Classification d'Intention pour la Santé</vt:lpstr>
      <vt:lpstr>Plan de la Présentation</vt:lpstr>
      <vt:lpstr>Qu’est-ce qu’un chatbot intelligent ?  Différence entre chatbot classique et intelligent</vt:lpstr>
      <vt:lpstr>Efficacité Opérationnelle et Fiabilité</vt:lpstr>
      <vt:lpstr>Présentation des données</vt:lpstr>
      <vt:lpstr>Pré-traitement des données</vt:lpstr>
      <vt:lpstr>Modélisation </vt:lpstr>
      <vt:lpstr>Architecture du Réseau de Neurones</vt:lpstr>
      <vt:lpstr>Stratégie d'Entraînement et Validation Rigoureuse</vt:lpstr>
      <vt:lpstr>Résultats et Métriques de Performance (Test Set)</vt:lpstr>
      <vt:lpstr>Graphique de la Courbe de Perte</vt:lpstr>
      <vt:lpstr>Déploiement et Expérience Utilisateur</vt:lpstr>
      <vt:lpstr>L'Interface Utilisateur (UX)</vt:lpstr>
      <vt:lpstr>L'Interface Utilisateur (UX)</vt:lpstr>
      <vt:lpstr>Conclusion et Feuille de Route (Roadmap)</vt:lpstr>
      <vt:lpstr>Limite et Possibilité d’amélioration</vt:lpstr>
      <vt:lpstr>Conclusion et Feuille de Route Stratégique</vt:lpstr>
      <vt:lpstr>Webographie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antonine pelicier</dc:creator>
  <cp:lastModifiedBy>Steve Calixte</cp:lastModifiedBy>
  <cp:revision>9</cp:revision>
  <dcterms:created xsi:type="dcterms:W3CDTF">2025-10-25T20:09:12Z</dcterms:created>
  <dcterms:modified xsi:type="dcterms:W3CDTF">2025-11-07T05:14:35Z</dcterms:modified>
</cp:coreProperties>
</file>